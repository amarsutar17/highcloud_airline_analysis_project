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84" r:id="rId3"/>
    <p:sldMasterId id="2147483703" r:id="rId4"/>
  </p:sldMasterIdLst>
  <p:notesMasterIdLst>
    <p:notesMasterId r:id="rId23"/>
  </p:notesMasterIdLst>
  <p:sldIdLst>
    <p:sldId id="259" r:id="rId5"/>
    <p:sldId id="262" r:id="rId6"/>
    <p:sldId id="301" r:id="rId7"/>
    <p:sldId id="315" r:id="rId8"/>
    <p:sldId id="299" r:id="rId9"/>
    <p:sldId id="312" r:id="rId10"/>
    <p:sldId id="304" r:id="rId11"/>
    <p:sldId id="303" r:id="rId12"/>
    <p:sldId id="311" r:id="rId13"/>
    <p:sldId id="316" r:id="rId14"/>
    <p:sldId id="317" r:id="rId15"/>
    <p:sldId id="318" r:id="rId16"/>
    <p:sldId id="309" r:id="rId17"/>
    <p:sldId id="313" r:id="rId18"/>
    <p:sldId id="310" r:id="rId19"/>
    <p:sldId id="314" r:id="rId20"/>
    <p:sldId id="306" r:id="rId21"/>
    <p:sldId id="277" r:id="rId22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74" d="100"/>
          <a:sy n="74" d="100"/>
        </p:scale>
        <p:origin x="99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deepak" userId="fb731d9c6d36940a" providerId="LiveId" clId="{E2AFB27A-7B7C-4C82-A83D-582A2A06CC94}"/>
    <pc:docChg chg="undo custSel modSld">
      <pc:chgData name="priyanka deepak" userId="fb731d9c6d36940a" providerId="LiveId" clId="{E2AFB27A-7B7C-4C82-A83D-582A2A06CC94}" dt="2025-12-31T06:56:00.298" v="507" actId="20577"/>
      <pc:docMkLst>
        <pc:docMk/>
      </pc:docMkLst>
      <pc:sldChg chg="setBg">
        <pc:chgData name="priyanka deepak" userId="fb731d9c6d36940a" providerId="LiveId" clId="{E2AFB27A-7B7C-4C82-A83D-582A2A06CC94}" dt="2025-12-29T17:09:43.147" v="478"/>
        <pc:sldMkLst>
          <pc:docMk/>
          <pc:sldMk cId="0" sldId="259"/>
        </pc:sldMkLst>
      </pc:sldChg>
      <pc:sldChg chg="addSp delSp modSp mod setBg">
        <pc:chgData name="priyanka deepak" userId="fb731d9c6d36940a" providerId="LiveId" clId="{E2AFB27A-7B7C-4C82-A83D-582A2A06CC94}" dt="2025-12-29T17:10:23.096" v="483"/>
        <pc:sldMkLst>
          <pc:docMk/>
          <pc:sldMk cId="0" sldId="262"/>
        </pc:sldMkLst>
        <pc:spChg chg="mod">
          <ac:chgData name="priyanka deepak" userId="fb731d9c6d36940a" providerId="LiveId" clId="{E2AFB27A-7B7C-4C82-A83D-582A2A06CC94}" dt="2025-12-29T16:12:27.218" v="2" actId="14100"/>
          <ac:spMkLst>
            <pc:docMk/>
            <pc:sldMk cId="0" sldId="262"/>
            <ac:spMk id="2" creationId="{00000000-0000-0000-0000-000000000000}"/>
          </ac:spMkLst>
        </pc:spChg>
        <pc:spChg chg="add">
          <ac:chgData name="priyanka deepak" userId="fb731d9c6d36940a" providerId="LiveId" clId="{E2AFB27A-7B7C-4C82-A83D-582A2A06CC94}" dt="2025-12-29T16:12:11.029" v="0" actId="26606"/>
          <ac:spMkLst>
            <pc:docMk/>
            <pc:sldMk cId="0" sldId="262"/>
            <ac:spMk id="9" creationId="{655AE6B0-AC9E-4167-806F-E9DB135FC46B}"/>
          </ac:spMkLst>
        </pc:spChg>
        <pc:spChg chg="add">
          <ac:chgData name="priyanka deepak" userId="fb731d9c6d36940a" providerId="LiveId" clId="{E2AFB27A-7B7C-4C82-A83D-582A2A06CC94}" dt="2025-12-29T16:12:11.029" v="0" actId="26606"/>
          <ac:spMkLst>
            <pc:docMk/>
            <pc:sldMk cId="0" sldId="262"/>
            <ac:spMk id="22" creationId="{87BD1F4E-A66D-4C06-86DA-8D56CA7A3B41}"/>
          </ac:spMkLst>
        </pc:spChg>
        <pc:grpChg chg="add">
          <ac:chgData name="priyanka deepak" userId="fb731d9c6d36940a" providerId="LiveId" clId="{E2AFB27A-7B7C-4C82-A83D-582A2A06CC94}" dt="2025-12-29T16:12:11.029" v="0" actId="26606"/>
          <ac:grpSpMkLst>
            <pc:docMk/>
            <pc:sldMk cId="0" sldId="262"/>
            <ac:grpSpMk id="11" creationId="{3523416A-383B-4FDC-B4C9-D8EDDFE9C043}"/>
          </ac:grpSpMkLst>
        </pc:grpChg>
        <pc:graphicFrameChg chg="add">
          <ac:chgData name="priyanka deepak" userId="fb731d9c6d36940a" providerId="LiveId" clId="{E2AFB27A-7B7C-4C82-A83D-582A2A06CC94}" dt="2025-12-29T16:12:11.029" v="0" actId="26606"/>
          <ac:graphicFrameMkLst>
            <pc:docMk/>
            <pc:sldMk cId="0" sldId="262"/>
            <ac:graphicFrameMk id="5" creationId="{BA47E124-3E1B-0909-FB71-0EBCD5059527}"/>
          </ac:graphicFrameMkLst>
        </pc:graphicFrameChg>
      </pc:sldChg>
      <pc:sldChg chg="addSp delSp modSp mod setBg">
        <pc:chgData name="priyanka deepak" userId="fb731d9c6d36940a" providerId="LiveId" clId="{E2AFB27A-7B7C-4C82-A83D-582A2A06CC94}" dt="2025-12-29T17:03:21.947" v="46"/>
        <pc:sldMkLst>
          <pc:docMk/>
          <pc:sldMk cId="0" sldId="277"/>
        </pc:sldMkLst>
        <pc:spChg chg="add del mod">
          <ac:chgData name="priyanka deepak" userId="fb731d9c6d36940a" providerId="LiveId" clId="{E2AFB27A-7B7C-4C82-A83D-582A2A06CC94}" dt="2025-12-29T17:03:17.011" v="44" actId="14100"/>
          <ac:spMkLst>
            <pc:docMk/>
            <pc:sldMk cId="0" sldId="277"/>
            <ac:spMk id="2" creationId="{00000000-0000-0000-0000-000000000000}"/>
          </ac:spMkLst>
        </pc:spChg>
      </pc:sldChg>
      <pc:sldChg chg="addSp delSp modSp mod setBg">
        <pc:chgData name="priyanka deepak" userId="fb731d9c6d36940a" providerId="LiveId" clId="{E2AFB27A-7B7C-4C82-A83D-582A2A06CC94}" dt="2025-12-31T06:56:00.298" v="507" actId="20577"/>
        <pc:sldMkLst>
          <pc:docMk/>
          <pc:sldMk cId="1104283561" sldId="299"/>
        </pc:sldMkLst>
        <pc:spChg chg="mod">
          <ac:chgData name="priyanka deepak" userId="fb731d9c6d36940a" providerId="LiveId" clId="{E2AFB27A-7B7C-4C82-A83D-582A2A06CC94}" dt="2025-12-29T16:17:29.333" v="28" actId="26606"/>
          <ac:spMkLst>
            <pc:docMk/>
            <pc:sldMk cId="1104283561" sldId="299"/>
            <ac:spMk id="2" creationId="{00000000-0000-0000-0000-000000000000}"/>
          </ac:spMkLst>
        </pc:spChg>
        <pc:spChg chg="mod">
          <ac:chgData name="priyanka deepak" userId="fb731d9c6d36940a" providerId="LiveId" clId="{E2AFB27A-7B7C-4C82-A83D-582A2A06CC94}" dt="2025-12-31T06:56:00.298" v="507" actId="20577"/>
          <ac:spMkLst>
            <pc:docMk/>
            <pc:sldMk cId="1104283561" sldId="299"/>
            <ac:spMk id="3" creationId="{00000000-0000-0000-0000-000000000000}"/>
          </ac:spMkLst>
        </pc:spChg>
      </pc:sldChg>
      <pc:sldChg chg="addSp delSp modSp mod setBg setClrOvrMap">
        <pc:chgData name="priyanka deepak" userId="fb731d9c6d36940a" providerId="LiveId" clId="{E2AFB27A-7B7C-4C82-A83D-582A2A06CC94}" dt="2025-12-29T17:09:07.609" v="471"/>
        <pc:sldMkLst>
          <pc:docMk/>
          <pc:sldMk cId="1537362645" sldId="301"/>
        </pc:sldMkLst>
        <pc:spChg chg="mod">
          <ac:chgData name="priyanka deepak" userId="fb731d9c6d36940a" providerId="LiveId" clId="{E2AFB27A-7B7C-4C82-A83D-582A2A06CC94}" dt="2025-12-29T16:15:01.933" v="12" actId="207"/>
          <ac:spMkLst>
            <pc:docMk/>
            <pc:sldMk cId="1537362645" sldId="301"/>
            <ac:spMk id="2" creationId="{00000000-0000-0000-0000-000000000000}"/>
          </ac:spMkLst>
        </pc:spChg>
        <pc:spChg chg="add">
          <ac:chgData name="priyanka deepak" userId="fb731d9c6d36940a" providerId="LiveId" clId="{E2AFB27A-7B7C-4C82-A83D-582A2A06CC94}" dt="2025-12-29T16:14:07.216" v="11" actId="26606"/>
          <ac:spMkLst>
            <pc:docMk/>
            <pc:sldMk cId="1537362645" sldId="301"/>
            <ac:spMk id="32" creationId="{EB6743CF-E74B-4A3C-A785-599069DB89DF}"/>
          </ac:spMkLst>
        </pc:spChg>
        <pc:spChg chg="add mod">
          <ac:chgData name="priyanka deepak" userId="fb731d9c6d36940a" providerId="LiveId" clId="{E2AFB27A-7B7C-4C82-A83D-582A2A06CC94}" dt="2025-12-29T16:15:14.958" v="15" actId="113"/>
          <ac:spMkLst>
            <pc:docMk/>
            <pc:sldMk cId="1537362645" sldId="301"/>
            <ac:spMk id="33" creationId="{00000000-0000-0000-0000-000000000000}"/>
          </ac:spMkLst>
        </pc:spChg>
        <pc:picChg chg="add">
          <ac:chgData name="priyanka deepak" userId="fb731d9c6d36940a" providerId="LiveId" clId="{E2AFB27A-7B7C-4C82-A83D-582A2A06CC94}" dt="2025-12-29T16:14:07.216" v="11" actId="26606"/>
          <ac:picMkLst>
            <pc:docMk/>
            <pc:sldMk cId="1537362645" sldId="301"/>
            <ac:picMk id="31" creationId="{4047E33B-4E4A-18D0-BF7C-4A0EC0703A93}"/>
          </ac:picMkLst>
        </pc:picChg>
      </pc:sldChg>
      <pc:sldChg chg="modSp mod setBg">
        <pc:chgData name="priyanka deepak" userId="fb731d9c6d36940a" providerId="LiveId" clId="{E2AFB27A-7B7C-4C82-A83D-582A2A06CC94}" dt="2025-12-29T17:13:23.256" v="489" actId="14100"/>
        <pc:sldMkLst>
          <pc:docMk/>
          <pc:sldMk cId="2585103451" sldId="303"/>
        </pc:sldMkLst>
        <pc:spChg chg="mod">
          <ac:chgData name="priyanka deepak" userId="fb731d9c6d36940a" providerId="LiveId" clId="{E2AFB27A-7B7C-4C82-A83D-582A2A06CC94}" dt="2025-12-29T17:13:23.256" v="489" actId="14100"/>
          <ac:spMkLst>
            <pc:docMk/>
            <pc:sldMk cId="2585103451" sldId="303"/>
            <ac:spMk id="2" creationId="{76185EBF-FE05-D34C-D057-065032AA4C91}"/>
          </ac:spMkLst>
        </pc:spChg>
      </pc:sldChg>
      <pc:sldChg chg="setBg">
        <pc:chgData name="priyanka deepak" userId="fb731d9c6d36940a" providerId="LiveId" clId="{E2AFB27A-7B7C-4C82-A83D-582A2A06CC94}" dt="2025-12-29T17:08:36.961" v="465"/>
        <pc:sldMkLst>
          <pc:docMk/>
          <pc:sldMk cId="2683935607" sldId="304"/>
        </pc:sldMkLst>
      </pc:sldChg>
      <pc:sldChg chg="modSp mod setBg">
        <pc:chgData name="priyanka deepak" userId="fb731d9c6d36940a" providerId="LiveId" clId="{E2AFB27A-7B7C-4C82-A83D-582A2A06CC94}" dt="2025-12-29T17:06:53.638" v="451" actId="113"/>
        <pc:sldMkLst>
          <pc:docMk/>
          <pc:sldMk cId="806371094" sldId="306"/>
        </pc:sldMkLst>
        <pc:spChg chg="mod">
          <ac:chgData name="priyanka deepak" userId="fb731d9c6d36940a" providerId="LiveId" clId="{E2AFB27A-7B7C-4C82-A83D-582A2A06CC94}" dt="2025-12-29T17:06:53.638" v="451" actId="113"/>
          <ac:spMkLst>
            <pc:docMk/>
            <pc:sldMk cId="806371094" sldId="306"/>
            <ac:spMk id="5" creationId="{487C458C-CACA-6F0B-9E6D-45D1529A6CCC}"/>
          </ac:spMkLst>
        </pc:spChg>
      </pc:sldChg>
      <pc:sldChg chg="modSp mod setBg">
        <pc:chgData name="priyanka deepak" userId="fb731d9c6d36940a" providerId="LiveId" clId="{E2AFB27A-7B7C-4C82-A83D-582A2A06CC94}" dt="2025-12-29T17:07:52.831" v="459"/>
        <pc:sldMkLst>
          <pc:docMk/>
          <pc:sldMk cId="3053445303" sldId="309"/>
        </pc:sldMkLst>
        <pc:spChg chg="mod">
          <ac:chgData name="priyanka deepak" userId="fb731d9c6d36940a" providerId="LiveId" clId="{E2AFB27A-7B7C-4C82-A83D-582A2A06CC94}" dt="2025-12-29T17:07:50.368" v="458" actId="113"/>
          <ac:spMkLst>
            <pc:docMk/>
            <pc:sldMk cId="3053445303" sldId="309"/>
            <ac:spMk id="3" creationId="{00000000-0000-0000-0000-000000000000}"/>
          </ac:spMkLst>
        </pc:spChg>
      </pc:sldChg>
      <pc:sldChg chg="modSp mod setBg">
        <pc:chgData name="priyanka deepak" userId="fb731d9c6d36940a" providerId="LiveId" clId="{E2AFB27A-7B7C-4C82-A83D-582A2A06CC94}" dt="2025-12-29T17:07:40.360" v="457"/>
        <pc:sldMkLst>
          <pc:docMk/>
          <pc:sldMk cId="195459256" sldId="310"/>
        </pc:sldMkLst>
        <pc:spChg chg="mod">
          <ac:chgData name="priyanka deepak" userId="fb731d9c6d36940a" providerId="LiveId" clId="{E2AFB27A-7B7C-4C82-A83D-582A2A06CC94}" dt="2025-12-29T17:07:01.893" v="452" actId="113"/>
          <ac:spMkLst>
            <pc:docMk/>
            <pc:sldMk cId="195459256" sldId="310"/>
            <ac:spMk id="3" creationId="{00000000-0000-0000-0000-000000000000}"/>
          </ac:spMkLst>
        </pc:spChg>
      </pc:sldChg>
      <pc:sldChg chg="addSp delSp modSp mod setBg">
        <pc:chgData name="priyanka deepak" userId="fb731d9c6d36940a" providerId="LiveId" clId="{E2AFB27A-7B7C-4C82-A83D-582A2A06CC94}" dt="2025-12-29T17:13:47.945" v="497" actId="14100"/>
        <pc:sldMkLst>
          <pc:docMk/>
          <pc:sldMk cId="1320855838" sldId="311"/>
        </pc:sldMkLst>
        <pc:spChg chg="mod">
          <ac:chgData name="priyanka deepak" userId="fb731d9c6d36940a" providerId="LiveId" clId="{E2AFB27A-7B7C-4C82-A83D-582A2A06CC94}" dt="2025-12-29T17:13:47.945" v="497" actId="14100"/>
          <ac:spMkLst>
            <pc:docMk/>
            <pc:sldMk cId="1320855838" sldId="311"/>
            <ac:spMk id="2" creationId="{FF2858BE-CFFB-8AB2-01C0-A9033669A4DC}"/>
          </ac:spMkLst>
        </pc:spChg>
        <pc:picChg chg="mod">
          <ac:chgData name="priyanka deepak" userId="fb731d9c6d36940a" providerId="LiveId" clId="{E2AFB27A-7B7C-4C82-A83D-582A2A06CC94}" dt="2025-12-29T16:18:28.015" v="30" actId="26606"/>
          <ac:picMkLst>
            <pc:docMk/>
            <pc:sldMk cId="1320855838" sldId="311"/>
            <ac:picMk id="6" creationId="{ED1EC7AB-F0E9-6AC5-CC8E-F5873C374225}"/>
          </ac:picMkLst>
        </pc:picChg>
      </pc:sldChg>
      <pc:sldChg chg="modSp mod setBg">
        <pc:chgData name="priyanka deepak" userId="fb731d9c6d36940a" providerId="LiveId" clId="{E2AFB27A-7B7C-4C82-A83D-582A2A06CC94}" dt="2025-12-31T06:55:02.115" v="505" actId="20577"/>
        <pc:sldMkLst>
          <pc:docMk/>
          <pc:sldMk cId="3451111600" sldId="312"/>
        </pc:sldMkLst>
        <pc:spChg chg="mod">
          <ac:chgData name="priyanka deepak" userId="fb731d9c6d36940a" providerId="LiveId" clId="{E2AFB27A-7B7C-4C82-A83D-582A2A06CC94}" dt="2025-12-31T06:55:02.115" v="505" actId="20577"/>
          <ac:spMkLst>
            <pc:docMk/>
            <pc:sldMk cId="3451111600" sldId="312"/>
            <ac:spMk id="4" creationId="{E34195B3-2A09-50E9-ECCB-A2D930D2D2D0}"/>
          </ac:spMkLst>
        </pc:spChg>
      </pc:sldChg>
      <pc:sldChg chg="modSp mod setBg">
        <pc:chgData name="priyanka deepak" userId="fb731d9c6d36940a" providerId="LiveId" clId="{E2AFB27A-7B7C-4C82-A83D-582A2A06CC94}" dt="2025-12-29T17:07:31.011" v="456"/>
        <pc:sldMkLst>
          <pc:docMk/>
          <pc:sldMk cId="712919185" sldId="313"/>
        </pc:sldMkLst>
        <pc:spChg chg="mod">
          <ac:chgData name="priyanka deepak" userId="fb731d9c6d36940a" providerId="LiveId" clId="{E2AFB27A-7B7C-4C82-A83D-582A2A06CC94}" dt="2025-12-29T17:07:25.818" v="455" actId="207"/>
          <ac:spMkLst>
            <pc:docMk/>
            <pc:sldMk cId="712919185" sldId="313"/>
            <ac:spMk id="6" creationId="{7139BC2D-C12D-B50A-E28B-E077195E1E0B}"/>
          </ac:spMkLst>
        </pc:spChg>
      </pc:sldChg>
      <pc:sldChg chg="modSp mod setBg">
        <pc:chgData name="priyanka deepak" userId="fb731d9c6d36940a" providerId="LiveId" clId="{E2AFB27A-7B7C-4C82-A83D-582A2A06CC94}" dt="2025-12-29T17:06:44.878" v="450" actId="113"/>
        <pc:sldMkLst>
          <pc:docMk/>
          <pc:sldMk cId="1443214329" sldId="314"/>
        </pc:sldMkLst>
        <pc:spChg chg="mod">
          <ac:chgData name="priyanka deepak" userId="fb731d9c6d36940a" providerId="LiveId" clId="{E2AFB27A-7B7C-4C82-A83D-582A2A06CC94}" dt="2025-12-29T17:06:44.878" v="450" actId="113"/>
          <ac:spMkLst>
            <pc:docMk/>
            <pc:sldMk cId="1443214329" sldId="314"/>
            <ac:spMk id="4" creationId="{D62BEEF8-BF50-7722-2D41-7D7C82BC6B4F}"/>
          </ac:spMkLst>
        </pc:spChg>
      </pc:sldChg>
      <pc:sldChg chg="addSp delSp modSp mod setBg">
        <pc:chgData name="priyanka deepak" userId="fb731d9c6d36940a" providerId="LiveId" clId="{E2AFB27A-7B7C-4C82-A83D-582A2A06CC94}" dt="2025-12-29T17:09:05.284" v="470"/>
        <pc:sldMkLst>
          <pc:docMk/>
          <pc:sldMk cId="3703426143" sldId="315"/>
        </pc:sldMkLst>
        <pc:spChg chg="add del mod">
          <ac:chgData name="priyanka deepak" userId="fb731d9c6d36940a" providerId="LiveId" clId="{E2AFB27A-7B7C-4C82-A83D-582A2A06CC94}" dt="2025-12-29T16:16:28.569" v="20" actId="26606"/>
          <ac:spMkLst>
            <pc:docMk/>
            <pc:sldMk cId="3703426143" sldId="315"/>
            <ac:spMk id="7" creationId="{FC42F14B-4F82-F49F-1D68-B8FFB75D376A}"/>
          </ac:spMkLst>
        </pc:spChg>
        <pc:spChg chg="add">
          <ac:chgData name="priyanka deepak" userId="fb731d9c6d36940a" providerId="LiveId" clId="{E2AFB27A-7B7C-4C82-A83D-582A2A06CC94}" dt="2025-12-29T16:15:38.735" v="16" actId="26606"/>
          <ac:spMkLst>
            <pc:docMk/>
            <pc:sldMk cId="3703426143" sldId="315"/>
            <ac:spMk id="13" creationId="{EB6743CF-E74B-4A3C-A785-599069DB89DF}"/>
          </ac:spMkLst>
        </pc:spChg>
        <pc:picChg chg="add">
          <ac:chgData name="priyanka deepak" userId="fb731d9c6d36940a" providerId="LiveId" clId="{E2AFB27A-7B7C-4C82-A83D-582A2A06CC94}" dt="2025-12-29T16:15:38.735" v="16" actId="26606"/>
          <ac:picMkLst>
            <pc:docMk/>
            <pc:sldMk cId="3703426143" sldId="315"/>
            <ac:picMk id="9" creationId="{D4726FFC-D56E-0ECE-8FE9-DC3165BB9F2B}"/>
          </ac:picMkLst>
        </pc:picChg>
      </pc:sldChg>
      <pc:sldChg chg="modSp mod setBg">
        <pc:chgData name="priyanka deepak" userId="fb731d9c6d36940a" providerId="LiveId" clId="{E2AFB27A-7B7C-4C82-A83D-582A2A06CC94}" dt="2025-12-29T17:13:01.599" v="486" actId="14100"/>
        <pc:sldMkLst>
          <pc:docMk/>
          <pc:sldMk cId="1744151336" sldId="316"/>
        </pc:sldMkLst>
        <pc:spChg chg="mod">
          <ac:chgData name="priyanka deepak" userId="fb731d9c6d36940a" providerId="LiveId" clId="{E2AFB27A-7B7C-4C82-A83D-582A2A06CC94}" dt="2025-12-29T17:13:01.599" v="486" actId="14100"/>
          <ac:spMkLst>
            <pc:docMk/>
            <pc:sldMk cId="1744151336" sldId="316"/>
            <ac:spMk id="2" creationId="{01176E1D-3876-9011-022E-79A670519DC9}"/>
          </ac:spMkLst>
        </pc:spChg>
      </pc:sldChg>
      <pc:sldChg chg="setBg">
        <pc:chgData name="priyanka deepak" userId="fb731d9c6d36940a" providerId="LiveId" clId="{E2AFB27A-7B7C-4C82-A83D-582A2A06CC94}" dt="2025-12-29T17:08:08.794" v="461"/>
        <pc:sldMkLst>
          <pc:docMk/>
          <pc:sldMk cId="331811822" sldId="317"/>
        </pc:sldMkLst>
      </pc:sldChg>
      <pc:sldChg chg="setBg">
        <pc:chgData name="priyanka deepak" userId="fb731d9c6d36940a" providerId="LiveId" clId="{E2AFB27A-7B7C-4C82-A83D-582A2A06CC94}" dt="2025-12-29T17:08:00.083" v="460"/>
        <pc:sldMkLst>
          <pc:docMk/>
          <pc:sldMk cId="20065635" sldId="31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D3660D-B066-4FDA-A8F6-2D40686596FF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DE051B7-5B41-45A3-B698-004F2561CD73}">
      <dgm:prSet/>
      <dgm:spPr/>
      <dgm:t>
        <a:bodyPr/>
        <a:lstStyle/>
        <a:p>
          <a:r>
            <a:rPr lang="en-US" b="1"/>
            <a:t>1. </a:t>
          </a:r>
          <a:r>
            <a:rPr lang="en-US" b="1" i="0"/>
            <a:t>Overview </a:t>
          </a:r>
          <a:endParaRPr lang="en-US"/>
        </a:p>
      </dgm:t>
    </dgm:pt>
    <dgm:pt modelId="{0215AD1D-5A6F-4AB1-8BD0-06F5BAF0C5FD}" type="parTrans" cxnId="{E886EFEB-3BC1-42A8-BC61-FFF4BA74FE3F}">
      <dgm:prSet/>
      <dgm:spPr/>
      <dgm:t>
        <a:bodyPr/>
        <a:lstStyle/>
        <a:p>
          <a:endParaRPr lang="en-US"/>
        </a:p>
      </dgm:t>
    </dgm:pt>
    <dgm:pt modelId="{88E49846-5219-47FA-A9CC-706749D1C3A1}" type="sibTrans" cxnId="{E886EFEB-3BC1-42A8-BC61-FFF4BA74FE3F}">
      <dgm:prSet/>
      <dgm:spPr/>
      <dgm:t>
        <a:bodyPr/>
        <a:lstStyle/>
        <a:p>
          <a:endParaRPr lang="en-US"/>
        </a:p>
      </dgm:t>
    </dgm:pt>
    <dgm:pt modelId="{29A04EDF-C3B2-4410-97B4-526849A4F48F}">
      <dgm:prSet/>
      <dgm:spPr/>
      <dgm:t>
        <a:bodyPr/>
        <a:lstStyle/>
        <a:p>
          <a:r>
            <a:rPr lang="en-US" b="1" i="0"/>
            <a:t>2. </a:t>
          </a:r>
          <a:r>
            <a:rPr lang="en-US" b="1"/>
            <a:t>List of KPI’s</a:t>
          </a:r>
          <a:endParaRPr lang="en-US"/>
        </a:p>
      </dgm:t>
    </dgm:pt>
    <dgm:pt modelId="{37DC7A85-DFD9-4023-9698-F2C97B6402A0}" type="parTrans" cxnId="{D147E90B-7DE2-47AB-A457-D13FDB61A5DC}">
      <dgm:prSet/>
      <dgm:spPr/>
      <dgm:t>
        <a:bodyPr/>
        <a:lstStyle/>
        <a:p>
          <a:endParaRPr lang="en-US"/>
        </a:p>
      </dgm:t>
    </dgm:pt>
    <dgm:pt modelId="{64ADC5B8-3197-452F-AE94-759D5C51AA6B}" type="sibTrans" cxnId="{D147E90B-7DE2-47AB-A457-D13FDB61A5DC}">
      <dgm:prSet/>
      <dgm:spPr/>
      <dgm:t>
        <a:bodyPr/>
        <a:lstStyle/>
        <a:p>
          <a:endParaRPr lang="en-US"/>
        </a:p>
      </dgm:t>
    </dgm:pt>
    <dgm:pt modelId="{EB3921E8-77E1-4BB6-9107-FA563D10D22D}">
      <dgm:prSet/>
      <dgm:spPr/>
      <dgm:t>
        <a:bodyPr/>
        <a:lstStyle/>
        <a:p>
          <a:r>
            <a:rPr lang="en-US" b="1"/>
            <a:t>3. Dashboard</a:t>
          </a:r>
          <a:endParaRPr lang="en-US"/>
        </a:p>
      </dgm:t>
    </dgm:pt>
    <dgm:pt modelId="{A541171E-EFC4-4539-ADD5-08D447F66BB6}" type="parTrans" cxnId="{750E78D6-3332-497B-996C-8BB31B197D98}">
      <dgm:prSet/>
      <dgm:spPr/>
      <dgm:t>
        <a:bodyPr/>
        <a:lstStyle/>
        <a:p>
          <a:endParaRPr lang="en-US"/>
        </a:p>
      </dgm:t>
    </dgm:pt>
    <dgm:pt modelId="{B434D65F-8103-45E8-A81E-30BF6486667C}" type="sibTrans" cxnId="{750E78D6-3332-497B-996C-8BB31B197D98}">
      <dgm:prSet/>
      <dgm:spPr/>
      <dgm:t>
        <a:bodyPr/>
        <a:lstStyle/>
        <a:p>
          <a:endParaRPr lang="en-US"/>
        </a:p>
      </dgm:t>
    </dgm:pt>
    <dgm:pt modelId="{FAE015C0-F52D-41FA-A9D1-63C9522E2713}">
      <dgm:prSet/>
      <dgm:spPr/>
      <dgm:t>
        <a:bodyPr/>
        <a:lstStyle/>
        <a:p>
          <a:r>
            <a:rPr lang="en-US" b="1"/>
            <a:t>4. Insights</a:t>
          </a:r>
          <a:endParaRPr lang="en-US"/>
        </a:p>
      </dgm:t>
    </dgm:pt>
    <dgm:pt modelId="{DCDB1C36-1B36-48D6-99CD-6E0C7DE67D36}" type="parTrans" cxnId="{A094D3E4-86BA-4725-A46B-C75022C01C78}">
      <dgm:prSet/>
      <dgm:spPr/>
      <dgm:t>
        <a:bodyPr/>
        <a:lstStyle/>
        <a:p>
          <a:endParaRPr lang="en-US"/>
        </a:p>
      </dgm:t>
    </dgm:pt>
    <dgm:pt modelId="{F33FDA7F-35C1-4E1D-B004-48DEBE2C42B1}" type="sibTrans" cxnId="{A094D3E4-86BA-4725-A46B-C75022C01C78}">
      <dgm:prSet/>
      <dgm:spPr/>
      <dgm:t>
        <a:bodyPr/>
        <a:lstStyle/>
        <a:p>
          <a:endParaRPr lang="en-US"/>
        </a:p>
      </dgm:t>
    </dgm:pt>
    <dgm:pt modelId="{C42BF5D1-64B4-40ED-A14A-D8489E092FB2}">
      <dgm:prSet/>
      <dgm:spPr/>
      <dgm:t>
        <a:bodyPr/>
        <a:lstStyle/>
        <a:p>
          <a:r>
            <a:rPr lang="en-US" b="1"/>
            <a:t>5. Recommendations</a:t>
          </a:r>
          <a:endParaRPr lang="en-US"/>
        </a:p>
      </dgm:t>
    </dgm:pt>
    <dgm:pt modelId="{FB801D78-3140-4808-B5C6-A42B4A149910}" type="parTrans" cxnId="{30D910EA-3434-43D6-B3A1-1E01D50F9161}">
      <dgm:prSet/>
      <dgm:spPr/>
      <dgm:t>
        <a:bodyPr/>
        <a:lstStyle/>
        <a:p>
          <a:endParaRPr lang="en-US"/>
        </a:p>
      </dgm:t>
    </dgm:pt>
    <dgm:pt modelId="{719E1E5F-7FA5-41C9-BC34-3663D2752EB1}" type="sibTrans" cxnId="{30D910EA-3434-43D6-B3A1-1E01D50F9161}">
      <dgm:prSet/>
      <dgm:spPr/>
      <dgm:t>
        <a:bodyPr/>
        <a:lstStyle/>
        <a:p>
          <a:endParaRPr lang="en-US"/>
        </a:p>
      </dgm:t>
    </dgm:pt>
    <dgm:pt modelId="{09FEF030-AA9A-4BFC-AD59-004C8BD26371}">
      <dgm:prSet/>
      <dgm:spPr/>
      <dgm:t>
        <a:bodyPr/>
        <a:lstStyle/>
        <a:p>
          <a:r>
            <a:rPr lang="en-US" b="1"/>
            <a:t>6. Conclusion</a:t>
          </a:r>
          <a:endParaRPr lang="en-US"/>
        </a:p>
      </dgm:t>
    </dgm:pt>
    <dgm:pt modelId="{7DFB229E-B513-4FA6-A03E-F5111B9F167D}" type="parTrans" cxnId="{33F0FDCE-1731-40D2-B617-064FB42B4B69}">
      <dgm:prSet/>
      <dgm:spPr/>
      <dgm:t>
        <a:bodyPr/>
        <a:lstStyle/>
        <a:p>
          <a:endParaRPr lang="en-US"/>
        </a:p>
      </dgm:t>
    </dgm:pt>
    <dgm:pt modelId="{B8D6DB9F-459A-40C7-81B3-89B5382F6674}" type="sibTrans" cxnId="{33F0FDCE-1731-40D2-B617-064FB42B4B69}">
      <dgm:prSet/>
      <dgm:spPr/>
      <dgm:t>
        <a:bodyPr/>
        <a:lstStyle/>
        <a:p>
          <a:endParaRPr lang="en-US"/>
        </a:p>
      </dgm:t>
    </dgm:pt>
    <dgm:pt modelId="{7D55069E-60B8-4EC1-9D12-F838120B1802}" type="pres">
      <dgm:prSet presAssocID="{91D3660D-B066-4FDA-A8F6-2D40686596FF}" presName="linear" presStyleCnt="0">
        <dgm:presLayoutVars>
          <dgm:dir/>
          <dgm:animLvl val="lvl"/>
          <dgm:resizeHandles val="exact"/>
        </dgm:presLayoutVars>
      </dgm:prSet>
      <dgm:spPr/>
    </dgm:pt>
    <dgm:pt modelId="{308CDE31-5FB6-4482-AD17-2FBBD99538E8}" type="pres">
      <dgm:prSet presAssocID="{6DE051B7-5B41-45A3-B698-004F2561CD73}" presName="parentLin" presStyleCnt="0"/>
      <dgm:spPr/>
    </dgm:pt>
    <dgm:pt modelId="{FE0550B8-C600-4060-A120-1152F1BEE9B8}" type="pres">
      <dgm:prSet presAssocID="{6DE051B7-5B41-45A3-B698-004F2561CD73}" presName="parentLeftMargin" presStyleLbl="node1" presStyleIdx="0" presStyleCnt="6"/>
      <dgm:spPr/>
    </dgm:pt>
    <dgm:pt modelId="{7BA735F3-5ACA-4029-B054-354A97EEC033}" type="pres">
      <dgm:prSet presAssocID="{6DE051B7-5B41-45A3-B698-004F2561CD7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C899F35-D80D-4DBC-8EC2-D70C1C037235}" type="pres">
      <dgm:prSet presAssocID="{6DE051B7-5B41-45A3-B698-004F2561CD73}" presName="negativeSpace" presStyleCnt="0"/>
      <dgm:spPr/>
    </dgm:pt>
    <dgm:pt modelId="{D5AD38A2-DE28-4162-AC88-58DC22368A9A}" type="pres">
      <dgm:prSet presAssocID="{6DE051B7-5B41-45A3-B698-004F2561CD73}" presName="childText" presStyleLbl="conFgAcc1" presStyleIdx="0" presStyleCnt="6">
        <dgm:presLayoutVars>
          <dgm:bulletEnabled val="1"/>
        </dgm:presLayoutVars>
      </dgm:prSet>
      <dgm:spPr/>
    </dgm:pt>
    <dgm:pt modelId="{A3E0EE8F-BE52-4F9C-9DC4-C210A86C6D9C}" type="pres">
      <dgm:prSet presAssocID="{88E49846-5219-47FA-A9CC-706749D1C3A1}" presName="spaceBetweenRectangles" presStyleCnt="0"/>
      <dgm:spPr/>
    </dgm:pt>
    <dgm:pt modelId="{95750F44-A899-4930-9E23-01612C1FA36D}" type="pres">
      <dgm:prSet presAssocID="{29A04EDF-C3B2-4410-97B4-526849A4F48F}" presName="parentLin" presStyleCnt="0"/>
      <dgm:spPr/>
    </dgm:pt>
    <dgm:pt modelId="{634653CD-BC7A-48C3-B8DF-3C393A4A48D9}" type="pres">
      <dgm:prSet presAssocID="{29A04EDF-C3B2-4410-97B4-526849A4F48F}" presName="parentLeftMargin" presStyleLbl="node1" presStyleIdx="0" presStyleCnt="6"/>
      <dgm:spPr/>
    </dgm:pt>
    <dgm:pt modelId="{A266CD44-EADD-43F2-B31A-FE570EBCCACF}" type="pres">
      <dgm:prSet presAssocID="{29A04EDF-C3B2-4410-97B4-526849A4F48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143D95F-48D0-4192-B291-42325ABBEEB8}" type="pres">
      <dgm:prSet presAssocID="{29A04EDF-C3B2-4410-97B4-526849A4F48F}" presName="negativeSpace" presStyleCnt="0"/>
      <dgm:spPr/>
    </dgm:pt>
    <dgm:pt modelId="{120EDA70-137D-424F-AA3D-C44F67CF9063}" type="pres">
      <dgm:prSet presAssocID="{29A04EDF-C3B2-4410-97B4-526849A4F48F}" presName="childText" presStyleLbl="conFgAcc1" presStyleIdx="1" presStyleCnt="6">
        <dgm:presLayoutVars>
          <dgm:bulletEnabled val="1"/>
        </dgm:presLayoutVars>
      </dgm:prSet>
      <dgm:spPr/>
    </dgm:pt>
    <dgm:pt modelId="{6D2E8771-066B-4980-B63E-8A240172AC3E}" type="pres">
      <dgm:prSet presAssocID="{64ADC5B8-3197-452F-AE94-759D5C51AA6B}" presName="spaceBetweenRectangles" presStyleCnt="0"/>
      <dgm:spPr/>
    </dgm:pt>
    <dgm:pt modelId="{71585508-E9DA-455D-9FE1-DA4FF6F707F3}" type="pres">
      <dgm:prSet presAssocID="{EB3921E8-77E1-4BB6-9107-FA563D10D22D}" presName="parentLin" presStyleCnt="0"/>
      <dgm:spPr/>
    </dgm:pt>
    <dgm:pt modelId="{E8471011-9F52-4D9B-9A08-162D120DDFCB}" type="pres">
      <dgm:prSet presAssocID="{EB3921E8-77E1-4BB6-9107-FA563D10D22D}" presName="parentLeftMargin" presStyleLbl="node1" presStyleIdx="1" presStyleCnt="6"/>
      <dgm:spPr/>
    </dgm:pt>
    <dgm:pt modelId="{ECB91717-1120-474C-8A10-02826457B01E}" type="pres">
      <dgm:prSet presAssocID="{EB3921E8-77E1-4BB6-9107-FA563D10D22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EE4C586-A677-4C82-83DD-692342AFF3DE}" type="pres">
      <dgm:prSet presAssocID="{EB3921E8-77E1-4BB6-9107-FA563D10D22D}" presName="negativeSpace" presStyleCnt="0"/>
      <dgm:spPr/>
    </dgm:pt>
    <dgm:pt modelId="{1B34E6B3-7FBB-4900-99DB-DF3414863BA3}" type="pres">
      <dgm:prSet presAssocID="{EB3921E8-77E1-4BB6-9107-FA563D10D22D}" presName="childText" presStyleLbl="conFgAcc1" presStyleIdx="2" presStyleCnt="6">
        <dgm:presLayoutVars>
          <dgm:bulletEnabled val="1"/>
        </dgm:presLayoutVars>
      </dgm:prSet>
      <dgm:spPr/>
    </dgm:pt>
    <dgm:pt modelId="{F2E7E20F-EFB7-4E48-9905-90F303C97FA6}" type="pres">
      <dgm:prSet presAssocID="{B434D65F-8103-45E8-A81E-30BF6486667C}" presName="spaceBetweenRectangles" presStyleCnt="0"/>
      <dgm:spPr/>
    </dgm:pt>
    <dgm:pt modelId="{8767CA65-8135-46FE-B7C2-DAC48EB7C875}" type="pres">
      <dgm:prSet presAssocID="{FAE015C0-F52D-41FA-A9D1-63C9522E2713}" presName="parentLin" presStyleCnt="0"/>
      <dgm:spPr/>
    </dgm:pt>
    <dgm:pt modelId="{5E8F3740-4992-42F7-BE73-3CBB19E5F3E2}" type="pres">
      <dgm:prSet presAssocID="{FAE015C0-F52D-41FA-A9D1-63C9522E2713}" presName="parentLeftMargin" presStyleLbl="node1" presStyleIdx="2" presStyleCnt="6"/>
      <dgm:spPr/>
    </dgm:pt>
    <dgm:pt modelId="{8CF44963-CFD8-4218-BB73-8404C7CF3E14}" type="pres">
      <dgm:prSet presAssocID="{FAE015C0-F52D-41FA-A9D1-63C9522E271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1BBD331-1032-4C78-A9DE-CDC3890133A6}" type="pres">
      <dgm:prSet presAssocID="{FAE015C0-F52D-41FA-A9D1-63C9522E2713}" presName="negativeSpace" presStyleCnt="0"/>
      <dgm:spPr/>
    </dgm:pt>
    <dgm:pt modelId="{75BF4C25-5370-41AF-A0AE-8B2855DFAD67}" type="pres">
      <dgm:prSet presAssocID="{FAE015C0-F52D-41FA-A9D1-63C9522E2713}" presName="childText" presStyleLbl="conFgAcc1" presStyleIdx="3" presStyleCnt="6">
        <dgm:presLayoutVars>
          <dgm:bulletEnabled val="1"/>
        </dgm:presLayoutVars>
      </dgm:prSet>
      <dgm:spPr/>
    </dgm:pt>
    <dgm:pt modelId="{FB74FB57-BF8C-42C2-BF6D-EFFDAD2D2ECB}" type="pres">
      <dgm:prSet presAssocID="{F33FDA7F-35C1-4E1D-B004-48DEBE2C42B1}" presName="spaceBetweenRectangles" presStyleCnt="0"/>
      <dgm:spPr/>
    </dgm:pt>
    <dgm:pt modelId="{36E72129-C1FF-4EE6-A610-F0908CD216F5}" type="pres">
      <dgm:prSet presAssocID="{C42BF5D1-64B4-40ED-A14A-D8489E092FB2}" presName="parentLin" presStyleCnt="0"/>
      <dgm:spPr/>
    </dgm:pt>
    <dgm:pt modelId="{547576A7-AD31-45C6-92FA-51BFAB908DE2}" type="pres">
      <dgm:prSet presAssocID="{C42BF5D1-64B4-40ED-A14A-D8489E092FB2}" presName="parentLeftMargin" presStyleLbl="node1" presStyleIdx="3" presStyleCnt="6"/>
      <dgm:spPr/>
    </dgm:pt>
    <dgm:pt modelId="{3DF465AA-2B8C-4663-9049-82F380F3836D}" type="pres">
      <dgm:prSet presAssocID="{C42BF5D1-64B4-40ED-A14A-D8489E092FB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005B42A-B319-4940-8DBE-D1EAF066F6B7}" type="pres">
      <dgm:prSet presAssocID="{C42BF5D1-64B4-40ED-A14A-D8489E092FB2}" presName="negativeSpace" presStyleCnt="0"/>
      <dgm:spPr/>
    </dgm:pt>
    <dgm:pt modelId="{0F5CEB39-7C27-410F-BFED-4E3235B9F9AE}" type="pres">
      <dgm:prSet presAssocID="{C42BF5D1-64B4-40ED-A14A-D8489E092FB2}" presName="childText" presStyleLbl="conFgAcc1" presStyleIdx="4" presStyleCnt="6">
        <dgm:presLayoutVars>
          <dgm:bulletEnabled val="1"/>
        </dgm:presLayoutVars>
      </dgm:prSet>
      <dgm:spPr/>
    </dgm:pt>
    <dgm:pt modelId="{5BAF8D5C-9B5A-4B5B-8DCA-E3B21CFD4E37}" type="pres">
      <dgm:prSet presAssocID="{719E1E5F-7FA5-41C9-BC34-3663D2752EB1}" presName="spaceBetweenRectangles" presStyleCnt="0"/>
      <dgm:spPr/>
    </dgm:pt>
    <dgm:pt modelId="{F41D2DBA-44A7-4195-9AFF-3F92182F769A}" type="pres">
      <dgm:prSet presAssocID="{09FEF030-AA9A-4BFC-AD59-004C8BD26371}" presName="parentLin" presStyleCnt="0"/>
      <dgm:spPr/>
    </dgm:pt>
    <dgm:pt modelId="{B2F48D1D-B539-436E-A064-99F04F4F46AA}" type="pres">
      <dgm:prSet presAssocID="{09FEF030-AA9A-4BFC-AD59-004C8BD26371}" presName="parentLeftMargin" presStyleLbl="node1" presStyleIdx="4" presStyleCnt="6"/>
      <dgm:spPr/>
    </dgm:pt>
    <dgm:pt modelId="{498005D2-A5B6-4545-91B8-7614AABE9B7C}" type="pres">
      <dgm:prSet presAssocID="{09FEF030-AA9A-4BFC-AD59-004C8BD26371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4E1E7BDC-788D-403D-898F-894C63567E4A}" type="pres">
      <dgm:prSet presAssocID="{09FEF030-AA9A-4BFC-AD59-004C8BD26371}" presName="negativeSpace" presStyleCnt="0"/>
      <dgm:spPr/>
    </dgm:pt>
    <dgm:pt modelId="{4BA5D1C0-F14E-4CE9-AFB6-060FA632DA93}" type="pres">
      <dgm:prSet presAssocID="{09FEF030-AA9A-4BFC-AD59-004C8BD26371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43FBDA07-2A56-4E3C-AC8B-4D70735B45AB}" type="presOf" srcId="{EB3921E8-77E1-4BB6-9107-FA563D10D22D}" destId="{ECB91717-1120-474C-8A10-02826457B01E}" srcOrd="1" destOrd="0" presId="urn:microsoft.com/office/officeart/2005/8/layout/list1"/>
    <dgm:cxn modelId="{D147E90B-7DE2-47AB-A457-D13FDB61A5DC}" srcId="{91D3660D-B066-4FDA-A8F6-2D40686596FF}" destId="{29A04EDF-C3B2-4410-97B4-526849A4F48F}" srcOrd="1" destOrd="0" parTransId="{37DC7A85-DFD9-4023-9698-F2C97B6402A0}" sibTransId="{64ADC5B8-3197-452F-AE94-759D5C51AA6B}"/>
    <dgm:cxn modelId="{873BEA13-CCC4-44BE-AC4D-0F841A5074BF}" type="presOf" srcId="{91D3660D-B066-4FDA-A8F6-2D40686596FF}" destId="{7D55069E-60B8-4EC1-9D12-F838120B1802}" srcOrd="0" destOrd="0" presId="urn:microsoft.com/office/officeart/2005/8/layout/list1"/>
    <dgm:cxn modelId="{FA5FD215-B86A-4CFD-AE7F-BD9F87C2C7CC}" type="presOf" srcId="{29A04EDF-C3B2-4410-97B4-526849A4F48F}" destId="{634653CD-BC7A-48C3-B8DF-3C393A4A48D9}" srcOrd="0" destOrd="0" presId="urn:microsoft.com/office/officeart/2005/8/layout/list1"/>
    <dgm:cxn modelId="{5B488A2A-B506-4AED-9E8B-029F548F5681}" type="presOf" srcId="{EB3921E8-77E1-4BB6-9107-FA563D10D22D}" destId="{E8471011-9F52-4D9B-9A08-162D120DDFCB}" srcOrd="0" destOrd="0" presId="urn:microsoft.com/office/officeart/2005/8/layout/list1"/>
    <dgm:cxn modelId="{7B1F1263-6D46-44BB-A0A5-CC934E03677E}" type="presOf" srcId="{09FEF030-AA9A-4BFC-AD59-004C8BD26371}" destId="{B2F48D1D-B539-436E-A064-99F04F4F46AA}" srcOrd="0" destOrd="0" presId="urn:microsoft.com/office/officeart/2005/8/layout/list1"/>
    <dgm:cxn modelId="{3452DF53-6492-4046-8F42-E90E951BDC97}" type="presOf" srcId="{C42BF5D1-64B4-40ED-A14A-D8489E092FB2}" destId="{3DF465AA-2B8C-4663-9049-82F380F3836D}" srcOrd="1" destOrd="0" presId="urn:microsoft.com/office/officeart/2005/8/layout/list1"/>
    <dgm:cxn modelId="{337F0075-A124-46E6-AEFB-676FCCF17CB7}" type="presOf" srcId="{FAE015C0-F52D-41FA-A9D1-63C9522E2713}" destId="{8CF44963-CFD8-4218-BB73-8404C7CF3E14}" srcOrd="1" destOrd="0" presId="urn:microsoft.com/office/officeart/2005/8/layout/list1"/>
    <dgm:cxn modelId="{74270992-2101-452C-8259-E4A1FE29F059}" type="presOf" srcId="{6DE051B7-5B41-45A3-B698-004F2561CD73}" destId="{FE0550B8-C600-4060-A120-1152F1BEE9B8}" srcOrd="0" destOrd="0" presId="urn:microsoft.com/office/officeart/2005/8/layout/list1"/>
    <dgm:cxn modelId="{801A649F-D1A2-40DE-AA70-633F9470342A}" type="presOf" srcId="{C42BF5D1-64B4-40ED-A14A-D8489E092FB2}" destId="{547576A7-AD31-45C6-92FA-51BFAB908DE2}" srcOrd="0" destOrd="0" presId="urn:microsoft.com/office/officeart/2005/8/layout/list1"/>
    <dgm:cxn modelId="{C81184B5-25AD-43E1-BCA9-70F9595BCAB3}" type="presOf" srcId="{FAE015C0-F52D-41FA-A9D1-63C9522E2713}" destId="{5E8F3740-4992-42F7-BE73-3CBB19E5F3E2}" srcOrd="0" destOrd="0" presId="urn:microsoft.com/office/officeart/2005/8/layout/list1"/>
    <dgm:cxn modelId="{33F0FDCE-1731-40D2-B617-064FB42B4B69}" srcId="{91D3660D-B066-4FDA-A8F6-2D40686596FF}" destId="{09FEF030-AA9A-4BFC-AD59-004C8BD26371}" srcOrd="5" destOrd="0" parTransId="{7DFB229E-B513-4FA6-A03E-F5111B9F167D}" sibTransId="{B8D6DB9F-459A-40C7-81B3-89B5382F6674}"/>
    <dgm:cxn modelId="{750E78D6-3332-497B-996C-8BB31B197D98}" srcId="{91D3660D-B066-4FDA-A8F6-2D40686596FF}" destId="{EB3921E8-77E1-4BB6-9107-FA563D10D22D}" srcOrd="2" destOrd="0" parTransId="{A541171E-EFC4-4539-ADD5-08D447F66BB6}" sibTransId="{B434D65F-8103-45E8-A81E-30BF6486667C}"/>
    <dgm:cxn modelId="{598506DC-40E8-45A4-99D9-1E6C1765E562}" type="presOf" srcId="{6DE051B7-5B41-45A3-B698-004F2561CD73}" destId="{7BA735F3-5ACA-4029-B054-354A97EEC033}" srcOrd="1" destOrd="0" presId="urn:microsoft.com/office/officeart/2005/8/layout/list1"/>
    <dgm:cxn modelId="{A094D3E4-86BA-4725-A46B-C75022C01C78}" srcId="{91D3660D-B066-4FDA-A8F6-2D40686596FF}" destId="{FAE015C0-F52D-41FA-A9D1-63C9522E2713}" srcOrd="3" destOrd="0" parTransId="{DCDB1C36-1B36-48D6-99CD-6E0C7DE67D36}" sibTransId="{F33FDA7F-35C1-4E1D-B004-48DEBE2C42B1}"/>
    <dgm:cxn modelId="{F14E4BE5-7AB8-4A76-A14D-07D19CB94885}" type="presOf" srcId="{09FEF030-AA9A-4BFC-AD59-004C8BD26371}" destId="{498005D2-A5B6-4545-91B8-7614AABE9B7C}" srcOrd="1" destOrd="0" presId="urn:microsoft.com/office/officeart/2005/8/layout/list1"/>
    <dgm:cxn modelId="{30D910EA-3434-43D6-B3A1-1E01D50F9161}" srcId="{91D3660D-B066-4FDA-A8F6-2D40686596FF}" destId="{C42BF5D1-64B4-40ED-A14A-D8489E092FB2}" srcOrd="4" destOrd="0" parTransId="{FB801D78-3140-4808-B5C6-A42B4A149910}" sibTransId="{719E1E5F-7FA5-41C9-BC34-3663D2752EB1}"/>
    <dgm:cxn modelId="{E886EFEB-3BC1-42A8-BC61-FFF4BA74FE3F}" srcId="{91D3660D-B066-4FDA-A8F6-2D40686596FF}" destId="{6DE051B7-5B41-45A3-B698-004F2561CD73}" srcOrd="0" destOrd="0" parTransId="{0215AD1D-5A6F-4AB1-8BD0-06F5BAF0C5FD}" sibTransId="{88E49846-5219-47FA-A9CC-706749D1C3A1}"/>
    <dgm:cxn modelId="{9EBD82ED-FE7F-4FFD-9D54-0209DC448971}" type="presOf" srcId="{29A04EDF-C3B2-4410-97B4-526849A4F48F}" destId="{A266CD44-EADD-43F2-B31A-FE570EBCCACF}" srcOrd="1" destOrd="0" presId="urn:microsoft.com/office/officeart/2005/8/layout/list1"/>
    <dgm:cxn modelId="{27A98797-2919-4F1B-B5FC-4BF7DEA90CFF}" type="presParOf" srcId="{7D55069E-60B8-4EC1-9D12-F838120B1802}" destId="{308CDE31-5FB6-4482-AD17-2FBBD99538E8}" srcOrd="0" destOrd="0" presId="urn:microsoft.com/office/officeart/2005/8/layout/list1"/>
    <dgm:cxn modelId="{0E7BF80B-2C2C-4225-B010-A94C82AB09E2}" type="presParOf" srcId="{308CDE31-5FB6-4482-AD17-2FBBD99538E8}" destId="{FE0550B8-C600-4060-A120-1152F1BEE9B8}" srcOrd="0" destOrd="0" presId="urn:microsoft.com/office/officeart/2005/8/layout/list1"/>
    <dgm:cxn modelId="{834E3F1C-170A-45D5-A85C-6D86BA2286A2}" type="presParOf" srcId="{308CDE31-5FB6-4482-AD17-2FBBD99538E8}" destId="{7BA735F3-5ACA-4029-B054-354A97EEC033}" srcOrd="1" destOrd="0" presId="urn:microsoft.com/office/officeart/2005/8/layout/list1"/>
    <dgm:cxn modelId="{A042E6BB-9211-4DD7-BAD8-D88CDC830E73}" type="presParOf" srcId="{7D55069E-60B8-4EC1-9D12-F838120B1802}" destId="{1C899F35-D80D-4DBC-8EC2-D70C1C037235}" srcOrd="1" destOrd="0" presId="urn:microsoft.com/office/officeart/2005/8/layout/list1"/>
    <dgm:cxn modelId="{38C92B30-D729-4195-A137-8A36EE8D7295}" type="presParOf" srcId="{7D55069E-60B8-4EC1-9D12-F838120B1802}" destId="{D5AD38A2-DE28-4162-AC88-58DC22368A9A}" srcOrd="2" destOrd="0" presId="urn:microsoft.com/office/officeart/2005/8/layout/list1"/>
    <dgm:cxn modelId="{3FC64231-1286-49D2-BF81-F286337A0670}" type="presParOf" srcId="{7D55069E-60B8-4EC1-9D12-F838120B1802}" destId="{A3E0EE8F-BE52-4F9C-9DC4-C210A86C6D9C}" srcOrd="3" destOrd="0" presId="urn:microsoft.com/office/officeart/2005/8/layout/list1"/>
    <dgm:cxn modelId="{48C5435A-54F7-4F0A-BD3D-BE1C894CC664}" type="presParOf" srcId="{7D55069E-60B8-4EC1-9D12-F838120B1802}" destId="{95750F44-A899-4930-9E23-01612C1FA36D}" srcOrd="4" destOrd="0" presId="urn:microsoft.com/office/officeart/2005/8/layout/list1"/>
    <dgm:cxn modelId="{FBF7A0C8-E447-4F04-8A51-DCEFB2A90C2A}" type="presParOf" srcId="{95750F44-A899-4930-9E23-01612C1FA36D}" destId="{634653CD-BC7A-48C3-B8DF-3C393A4A48D9}" srcOrd="0" destOrd="0" presId="urn:microsoft.com/office/officeart/2005/8/layout/list1"/>
    <dgm:cxn modelId="{B5D6B608-386E-44E2-AAF2-16F1F5F701D4}" type="presParOf" srcId="{95750F44-A899-4930-9E23-01612C1FA36D}" destId="{A266CD44-EADD-43F2-B31A-FE570EBCCACF}" srcOrd="1" destOrd="0" presId="urn:microsoft.com/office/officeart/2005/8/layout/list1"/>
    <dgm:cxn modelId="{74FAA390-19CB-4C9E-B06C-41605FA89528}" type="presParOf" srcId="{7D55069E-60B8-4EC1-9D12-F838120B1802}" destId="{E143D95F-48D0-4192-B291-42325ABBEEB8}" srcOrd="5" destOrd="0" presId="urn:microsoft.com/office/officeart/2005/8/layout/list1"/>
    <dgm:cxn modelId="{5FD7A10B-67AE-4DE0-AE24-E729929021B7}" type="presParOf" srcId="{7D55069E-60B8-4EC1-9D12-F838120B1802}" destId="{120EDA70-137D-424F-AA3D-C44F67CF9063}" srcOrd="6" destOrd="0" presId="urn:microsoft.com/office/officeart/2005/8/layout/list1"/>
    <dgm:cxn modelId="{9A8239F2-CCE3-4895-89CD-90FBFC1DE37D}" type="presParOf" srcId="{7D55069E-60B8-4EC1-9D12-F838120B1802}" destId="{6D2E8771-066B-4980-B63E-8A240172AC3E}" srcOrd="7" destOrd="0" presId="urn:microsoft.com/office/officeart/2005/8/layout/list1"/>
    <dgm:cxn modelId="{3D5605DE-56E4-4276-A6BC-5227F2966053}" type="presParOf" srcId="{7D55069E-60B8-4EC1-9D12-F838120B1802}" destId="{71585508-E9DA-455D-9FE1-DA4FF6F707F3}" srcOrd="8" destOrd="0" presId="urn:microsoft.com/office/officeart/2005/8/layout/list1"/>
    <dgm:cxn modelId="{A9DD553F-6F9E-4D37-826B-2F0B8790C05D}" type="presParOf" srcId="{71585508-E9DA-455D-9FE1-DA4FF6F707F3}" destId="{E8471011-9F52-4D9B-9A08-162D120DDFCB}" srcOrd="0" destOrd="0" presId="urn:microsoft.com/office/officeart/2005/8/layout/list1"/>
    <dgm:cxn modelId="{45346A9C-3DE4-405F-B020-D63FF8A8232D}" type="presParOf" srcId="{71585508-E9DA-455D-9FE1-DA4FF6F707F3}" destId="{ECB91717-1120-474C-8A10-02826457B01E}" srcOrd="1" destOrd="0" presId="urn:microsoft.com/office/officeart/2005/8/layout/list1"/>
    <dgm:cxn modelId="{EC9E06DF-AE57-48EF-9127-3081849BAC7A}" type="presParOf" srcId="{7D55069E-60B8-4EC1-9D12-F838120B1802}" destId="{AEE4C586-A677-4C82-83DD-692342AFF3DE}" srcOrd="9" destOrd="0" presId="urn:microsoft.com/office/officeart/2005/8/layout/list1"/>
    <dgm:cxn modelId="{1AD1A228-A1D3-48FA-B3DB-D510FAE737D2}" type="presParOf" srcId="{7D55069E-60B8-4EC1-9D12-F838120B1802}" destId="{1B34E6B3-7FBB-4900-99DB-DF3414863BA3}" srcOrd="10" destOrd="0" presId="urn:microsoft.com/office/officeart/2005/8/layout/list1"/>
    <dgm:cxn modelId="{24EAFE31-5D1F-46B3-8EB3-B52D291058F5}" type="presParOf" srcId="{7D55069E-60B8-4EC1-9D12-F838120B1802}" destId="{F2E7E20F-EFB7-4E48-9905-90F303C97FA6}" srcOrd="11" destOrd="0" presId="urn:microsoft.com/office/officeart/2005/8/layout/list1"/>
    <dgm:cxn modelId="{3C2C4576-C361-4B74-839A-4A853032D4C2}" type="presParOf" srcId="{7D55069E-60B8-4EC1-9D12-F838120B1802}" destId="{8767CA65-8135-46FE-B7C2-DAC48EB7C875}" srcOrd="12" destOrd="0" presId="urn:microsoft.com/office/officeart/2005/8/layout/list1"/>
    <dgm:cxn modelId="{045CFD26-8AEC-46F2-927B-BEAED1B8FD9A}" type="presParOf" srcId="{8767CA65-8135-46FE-B7C2-DAC48EB7C875}" destId="{5E8F3740-4992-42F7-BE73-3CBB19E5F3E2}" srcOrd="0" destOrd="0" presId="urn:microsoft.com/office/officeart/2005/8/layout/list1"/>
    <dgm:cxn modelId="{124DCEEC-4F87-4DD3-9604-D0EC661DDABA}" type="presParOf" srcId="{8767CA65-8135-46FE-B7C2-DAC48EB7C875}" destId="{8CF44963-CFD8-4218-BB73-8404C7CF3E14}" srcOrd="1" destOrd="0" presId="urn:microsoft.com/office/officeart/2005/8/layout/list1"/>
    <dgm:cxn modelId="{57E6535B-BCA1-40D3-B2B2-ABBEC4F3C004}" type="presParOf" srcId="{7D55069E-60B8-4EC1-9D12-F838120B1802}" destId="{E1BBD331-1032-4C78-A9DE-CDC3890133A6}" srcOrd="13" destOrd="0" presId="urn:microsoft.com/office/officeart/2005/8/layout/list1"/>
    <dgm:cxn modelId="{A87AA1BD-14C7-4849-A668-38882281712E}" type="presParOf" srcId="{7D55069E-60B8-4EC1-9D12-F838120B1802}" destId="{75BF4C25-5370-41AF-A0AE-8B2855DFAD67}" srcOrd="14" destOrd="0" presId="urn:microsoft.com/office/officeart/2005/8/layout/list1"/>
    <dgm:cxn modelId="{9E337FE7-440F-45DB-BB9C-417C3A9CC286}" type="presParOf" srcId="{7D55069E-60B8-4EC1-9D12-F838120B1802}" destId="{FB74FB57-BF8C-42C2-BF6D-EFFDAD2D2ECB}" srcOrd="15" destOrd="0" presId="urn:microsoft.com/office/officeart/2005/8/layout/list1"/>
    <dgm:cxn modelId="{7670CAEC-85AF-4589-A70A-DC5B13C131C3}" type="presParOf" srcId="{7D55069E-60B8-4EC1-9D12-F838120B1802}" destId="{36E72129-C1FF-4EE6-A610-F0908CD216F5}" srcOrd="16" destOrd="0" presId="urn:microsoft.com/office/officeart/2005/8/layout/list1"/>
    <dgm:cxn modelId="{C93C320F-5DFC-4693-9390-18BFCF92171C}" type="presParOf" srcId="{36E72129-C1FF-4EE6-A610-F0908CD216F5}" destId="{547576A7-AD31-45C6-92FA-51BFAB908DE2}" srcOrd="0" destOrd="0" presId="urn:microsoft.com/office/officeart/2005/8/layout/list1"/>
    <dgm:cxn modelId="{4C55BF34-EE54-4E5F-B6F4-80463A421B90}" type="presParOf" srcId="{36E72129-C1FF-4EE6-A610-F0908CD216F5}" destId="{3DF465AA-2B8C-4663-9049-82F380F3836D}" srcOrd="1" destOrd="0" presId="urn:microsoft.com/office/officeart/2005/8/layout/list1"/>
    <dgm:cxn modelId="{421DE608-6799-4E8B-B21A-4A658D0BD995}" type="presParOf" srcId="{7D55069E-60B8-4EC1-9D12-F838120B1802}" destId="{3005B42A-B319-4940-8DBE-D1EAF066F6B7}" srcOrd="17" destOrd="0" presId="urn:microsoft.com/office/officeart/2005/8/layout/list1"/>
    <dgm:cxn modelId="{7CB1A558-5D70-4286-8FA2-EC59C8763504}" type="presParOf" srcId="{7D55069E-60B8-4EC1-9D12-F838120B1802}" destId="{0F5CEB39-7C27-410F-BFED-4E3235B9F9AE}" srcOrd="18" destOrd="0" presId="urn:microsoft.com/office/officeart/2005/8/layout/list1"/>
    <dgm:cxn modelId="{420766AD-39E2-41FC-8158-CBA04385FAEE}" type="presParOf" srcId="{7D55069E-60B8-4EC1-9D12-F838120B1802}" destId="{5BAF8D5C-9B5A-4B5B-8DCA-E3B21CFD4E37}" srcOrd="19" destOrd="0" presId="urn:microsoft.com/office/officeart/2005/8/layout/list1"/>
    <dgm:cxn modelId="{638F5975-88C7-48A4-8F99-F0A6B443E5E1}" type="presParOf" srcId="{7D55069E-60B8-4EC1-9D12-F838120B1802}" destId="{F41D2DBA-44A7-4195-9AFF-3F92182F769A}" srcOrd="20" destOrd="0" presId="urn:microsoft.com/office/officeart/2005/8/layout/list1"/>
    <dgm:cxn modelId="{5CCC5023-AD07-4C4A-A0D3-082D7FF201D2}" type="presParOf" srcId="{F41D2DBA-44A7-4195-9AFF-3F92182F769A}" destId="{B2F48D1D-B539-436E-A064-99F04F4F46AA}" srcOrd="0" destOrd="0" presId="urn:microsoft.com/office/officeart/2005/8/layout/list1"/>
    <dgm:cxn modelId="{F45E8CF0-A63D-42A7-940B-3927F44C7474}" type="presParOf" srcId="{F41D2DBA-44A7-4195-9AFF-3F92182F769A}" destId="{498005D2-A5B6-4545-91B8-7614AABE9B7C}" srcOrd="1" destOrd="0" presId="urn:microsoft.com/office/officeart/2005/8/layout/list1"/>
    <dgm:cxn modelId="{9BFC6726-8757-40BC-A0FA-CACBA205DB42}" type="presParOf" srcId="{7D55069E-60B8-4EC1-9D12-F838120B1802}" destId="{4E1E7BDC-788D-403D-898F-894C63567E4A}" srcOrd="21" destOrd="0" presId="urn:microsoft.com/office/officeart/2005/8/layout/list1"/>
    <dgm:cxn modelId="{96F51348-F7A0-4707-BDD2-DAF7B5E1E765}" type="presParOf" srcId="{7D55069E-60B8-4EC1-9D12-F838120B1802}" destId="{4BA5D1C0-F14E-4CE9-AFB6-060FA632DA93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D38A2-DE28-4162-AC88-58DC22368A9A}">
      <dsp:nvSpPr>
        <dsp:cNvPr id="0" name=""/>
        <dsp:cNvSpPr/>
      </dsp:nvSpPr>
      <dsp:spPr>
        <a:xfrm>
          <a:off x="0" y="354630"/>
          <a:ext cx="6628804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A735F3-5ACA-4029-B054-354A97EEC033}">
      <dsp:nvSpPr>
        <dsp:cNvPr id="0" name=""/>
        <dsp:cNvSpPr/>
      </dsp:nvSpPr>
      <dsp:spPr>
        <a:xfrm>
          <a:off x="331440" y="88950"/>
          <a:ext cx="4640162" cy="5313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1. </a:t>
          </a:r>
          <a:r>
            <a:rPr lang="en-US" sz="1800" b="1" i="0" kern="1200"/>
            <a:t>Overview </a:t>
          </a:r>
          <a:endParaRPr lang="en-US" sz="1800" kern="1200"/>
        </a:p>
      </dsp:txBody>
      <dsp:txXfrm>
        <a:off x="357379" y="114889"/>
        <a:ext cx="4588284" cy="479482"/>
      </dsp:txXfrm>
    </dsp:sp>
    <dsp:sp modelId="{120EDA70-137D-424F-AA3D-C44F67CF9063}">
      <dsp:nvSpPr>
        <dsp:cNvPr id="0" name=""/>
        <dsp:cNvSpPr/>
      </dsp:nvSpPr>
      <dsp:spPr>
        <a:xfrm>
          <a:off x="0" y="1171110"/>
          <a:ext cx="6628804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66CD44-EADD-43F2-B31A-FE570EBCCACF}">
      <dsp:nvSpPr>
        <dsp:cNvPr id="0" name=""/>
        <dsp:cNvSpPr/>
      </dsp:nvSpPr>
      <dsp:spPr>
        <a:xfrm>
          <a:off x="331440" y="905430"/>
          <a:ext cx="4640162" cy="5313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2. </a:t>
          </a:r>
          <a:r>
            <a:rPr lang="en-US" sz="1800" b="1" kern="1200"/>
            <a:t>List of KPI’s</a:t>
          </a:r>
          <a:endParaRPr lang="en-US" sz="1800" kern="1200"/>
        </a:p>
      </dsp:txBody>
      <dsp:txXfrm>
        <a:off x="357379" y="931369"/>
        <a:ext cx="4588284" cy="479482"/>
      </dsp:txXfrm>
    </dsp:sp>
    <dsp:sp modelId="{1B34E6B3-7FBB-4900-99DB-DF3414863BA3}">
      <dsp:nvSpPr>
        <dsp:cNvPr id="0" name=""/>
        <dsp:cNvSpPr/>
      </dsp:nvSpPr>
      <dsp:spPr>
        <a:xfrm>
          <a:off x="0" y="1987590"/>
          <a:ext cx="6628804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B91717-1120-474C-8A10-02826457B01E}">
      <dsp:nvSpPr>
        <dsp:cNvPr id="0" name=""/>
        <dsp:cNvSpPr/>
      </dsp:nvSpPr>
      <dsp:spPr>
        <a:xfrm>
          <a:off x="331440" y="1721910"/>
          <a:ext cx="4640162" cy="5313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3. Dashboard</a:t>
          </a:r>
          <a:endParaRPr lang="en-US" sz="1800" kern="1200"/>
        </a:p>
      </dsp:txBody>
      <dsp:txXfrm>
        <a:off x="357379" y="1747849"/>
        <a:ext cx="4588284" cy="479482"/>
      </dsp:txXfrm>
    </dsp:sp>
    <dsp:sp modelId="{75BF4C25-5370-41AF-A0AE-8B2855DFAD67}">
      <dsp:nvSpPr>
        <dsp:cNvPr id="0" name=""/>
        <dsp:cNvSpPr/>
      </dsp:nvSpPr>
      <dsp:spPr>
        <a:xfrm>
          <a:off x="0" y="2804070"/>
          <a:ext cx="6628804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F44963-CFD8-4218-BB73-8404C7CF3E14}">
      <dsp:nvSpPr>
        <dsp:cNvPr id="0" name=""/>
        <dsp:cNvSpPr/>
      </dsp:nvSpPr>
      <dsp:spPr>
        <a:xfrm>
          <a:off x="331440" y="2538390"/>
          <a:ext cx="4640162" cy="5313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4. Insights</a:t>
          </a:r>
          <a:endParaRPr lang="en-US" sz="1800" kern="1200"/>
        </a:p>
      </dsp:txBody>
      <dsp:txXfrm>
        <a:off x="357379" y="2564329"/>
        <a:ext cx="4588284" cy="479482"/>
      </dsp:txXfrm>
    </dsp:sp>
    <dsp:sp modelId="{0F5CEB39-7C27-410F-BFED-4E3235B9F9AE}">
      <dsp:nvSpPr>
        <dsp:cNvPr id="0" name=""/>
        <dsp:cNvSpPr/>
      </dsp:nvSpPr>
      <dsp:spPr>
        <a:xfrm>
          <a:off x="0" y="3620550"/>
          <a:ext cx="6628804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F465AA-2B8C-4663-9049-82F380F3836D}">
      <dsp:nvSpPr>
        <dsp:cNvPr id="0" name=""/>
        <dsp:cNvSpPr/>
      </dsp:nvSpPr>
      <dsp:spPr>
        <a:xfrm>
          <a:off x="331440" y="3354870"/>
          <a:ext cx="4640162" cy="53136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6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5. Recommendations</a:t>
          </a:r>
          <a:endParaRPr lang="en-US" sz="1800" kern="1200"/>
        </a:p>
      </dsp:txBody>
      <dsp:txXfrm>
        <a:off x="357379" y="3380809"/>
        <a:ext cx="4588284" cy="479482"/>
      </dsp:txXfrm>
    </dsp:sp>
    <dsp:sp modelId="{4BA5D1C0-F14E-4CE9-AFB6-060FA632DA93}">
      <dsp:nvSpPr>
        <dsp:cNvPr id="0" name=""/>
        <dsp:cNvSpPr/>
      </dsp:nvSpPr>
      <dsp:spPr>
        <a:xfrm>
          <a:off x="0" y="4437030"/>
          <a:ext cx="6628804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8005D2-A5B6-4545-91B8-7614AABE9B7C}">
      <dsp:nvSpPr>
        <dsp:cNvPr id="0" name=""/>
        <dsp:cNvSpPr/>
      </dsp:nvSpPr>
      <dsp:spPr>
        <a:xfrm>
          <a:off x="331440" y="4171350"/>
          <a:ext cx="4640162" cy="5313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6. Conclusion</a:t>
          </a:r>
          <a:endParaRPr lang="en-US" sz="1800" kern="1200"/>
        </a:p>
      </dsp:txBody>
      <dsp:txXfrm>
        <a:off x="357379" y="4197289"/>
        <a:ext cx="4588284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RITIN TARPADA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8AAFB57-90D3-42F5-ACD9-182E23B35D4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67F526E-BBC0-4118-9618-A1FEC468D94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55AFF13-E0D3-4315-99B6-15A23684FA0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B48F0241-FB28-4037-8A6B-6D2C3CCBF06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0173F700-89ED-4BBC-B329-CE0A8B49BF8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D28086A7-B38A-457A-B5BA-1E39F85A9C7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58C967C6-94DE-4B9D-816D-1C90DB0006BF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9E9E984-F863-4796-B1DC-76AC9F240F0F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4D8EC9A-A879-4BF2-B471-DE08846B511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165DA02-7D2E-4D7E-9A51-BE12BD0F559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F217537-9236-402D-98FE-9467F47AFC0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spcBef>
                <a:spcPct val="0"/>
              </a:spcBef>
              <a:buNone/>
              <a:defRPr sz="3200" b="0" kern="1200" cap="all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spcBef>
                <a:spcPct val="0"/>
              </a:spcBef>
              <a:buNone/>
              <a:defRPr sz="3200" b="0" kern="1200" cap="all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577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49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409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494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953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275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794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43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917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913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44412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283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58363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3414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190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7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A1C593-65D0-4073-BCC9-577B9352EA9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E451C3-0FF4-47C4-B829-773ADF60F88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</p:sldLayoutIdLst>
  <p:transition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84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4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6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7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8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0" name="Isosceles Triangle 89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896" y="836712"/>
            <a:ext cx="5544616" cy="18722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b="1" dirty="0"/>
              <a:t>High Cloud Airlines</a:t>
            </a: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5951984" y="2852936"/>
            <a:ext cx="3648284" cy="360040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5pPr>
            <a:lvl6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6pPr>
            <a:lvl7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7pPr>
            <a:lvl8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8pPr>
            <a:lvl9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pPr defTabSz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7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defTabSz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7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defTabSz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Prepared By :</a:t>
            </a:r>
          </a:p>
          <a:p>
            <a:pPr defTabSz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Shrushti Sanjay Shukla</a:t>
            </a:r>
          </a:p>
          <a:p>
            <a:pPr defTabSz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Amar Sutar</a:t>
            </a:r>
          </a:p>
          <a:p>
            <a:pPr defTabSz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Ketaki Bhawari</a:t>
            </a:r>
          </a:p>
          <a:p>
            <a:pPr defTabSz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Priyanka M</a:t>
            </a:r>
          </a:p>
          <a:p>
            <a:pPr defTabSz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Devki Dasharath Mane</a:t>
            </a:r>
          </a:p>
          <a:p>
            <a:pPr defTabSz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Ajinkya Keshav Kate</a:t>
            </a:r>
          </a:p>
          <a:p>
            <a:pPr defTabSz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7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defTabSz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7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defTabSz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7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A600619F-16F4-028E-E63E-62FA0C490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0" r="34690" b="-2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3702698"/>
          </a:xfrm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cs typeface="Calibri" panose="020F0502020204030204" charset="0"/>
              </a:rPr>
              <a:t>Contents: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47E124-3E1B-0909-FB71-0EBCD50595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720226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562" y="609600"/>
            <a:ext cx="6424440" cy="132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Overview</a:t>
            </a:r>
          </a:p>
        </p:txBody>
      </p:sp>
      <p:pic>
        <p:nvPicPr>
          <p:cNvPr id="31" name="Picture 30" descr="A cloudy sky as seen from the airplane window">
            <a:extLst>
              <a:ext uri="{FF2B5EF4-FFF2-40B4-BE49-F238E27FC236}">
                <a16:creationId xmlns:a16="http://schemas.microsoft.com/office/drawing/2014/main" id="{4047E33B-4E4A-18D0-BF7C-4A0EC0703A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05" r="17829" b="2"/>
          <a:stretch>
            <a:fillRect/>
          </a:stretch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2849562" y="1412777"/>
            <a:ext cx="6424440" cy="4464495"/>
          </a:xfrm>
        </p:spPr>
        <p:txBody>
          <a:bodyPr>
            <a:normAutofit/>
          </a:bodyPr>
          <a:lstStyle/>
          <a:p>
            <a:pPr marL="0" indent="0" fontAlgn="ctr">
              <a:spcBef>
                <a:spcPct val="0"/>
              </a:spcBef>
              <a:spcAft>
                <a:spcPts val="600"/>
              </a:spcAft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  <a:spcAft>
                <a:spcPts val="6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High Cloud Airlines aims to provide exceptional travel experience while prioritizing sustainability and innovation</a:t>
            </a:r>
          </a:p>
          <a:p>
            <a:pPr marL="0" indent="0" fontAlgn="ctr">
              <a:spcBef>
                <a:spcPct val="0"/>
              </a:spcBef>
              <a:spcAft>
                <a:spcPts val="600"/>
              </a:spcAft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  <a:spcAft>
                <a:spcPts val="6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Focus on data-driven decision-making to improve airline performance</a:t>
            </a:r>
          </a:p>
          <a:p>
            <a:pPr marL="0" indent="0" fontAlgn="ctr">
              <a:spcBef>
                <a:spcPct val="0"/>
              </a:spcBef>
              <a:spcAft>
                <a:spcPts val="600"/>
              </a:spcAft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  <a:spcAft>
                <a:spcPts val="6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Use historical flight and passenger data to identify trends</a:t>
            </a:r>
          </a:p>
          <a:p>
            <a:pPr marL="0" indent="0" fontAlgn="ctr">
              <a:spcBef>
                <a:spcPct val="0"/>
              </a:spcBef>
              <a:spcAft>
                <a:spcPts val="600"/>
              </a:spcAft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  <a:spcAft>
                <a:spcPts val="6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Customer satisfaction by offering personalized services, including flexible booking options</a:t>
            </a:r>
          </a:p>
          <a:p>
            <a:pPr marL="0" indent="0" fontAlgn="ctr">
              <a:spcBef>
                <a:spcPct val="0"/>
              </a:spcBef>
              <a:spcAft>
                <a:spcPts val="600"/>
              </a:spcAft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362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gital map">
            <a:extLst>
              <a:ext uri="{FF2B5EF4-FFF2-40B4-BE49-F238E27FC236}">
                <a16:creationId xmlns:a16="http://schemas.microsoft.com/office/drawing/2014/main" id="{D4726FFC-D56E-0ECE-8FE9-DC3165BB9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165" r="22262" b="1"/>
          <a:stretch>
            <a:fillRect/>
          </a:stretch>
        </p:blipFill>
        <p:spPr>
          <a:xfrm>
            <a:off x="20" y="10"/>
            <a:ext cx="2734036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C42F14B-4F82-F49F-1D68-B8FFB75D3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764705"/>
            <a:ext cx="6424440" cy="5276658"/>
          </a:xfrm>
        </p:spPr>
        <p:txBody>
          <a:bodyPr>
            <a:normAutofit/>
          </a:bodyPr>
          <a:lstStyle/>
          <a:p>
            <a:pPr marL="0" indent="0" fontAlgn="ctr">
              <a:spcBef>
                <a:spcPct val="0"/>
              </a:spcBef>
              <a:spcAft>
                <a:spcPts val="600"/>
              </a:spcAft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ctr">
              <a:spcBef>
                <a:spcPct val="0"/>
              </a:spcBef>
              <a:spcAft>
                <a:spcPts val="600"/>
              </a:spcAft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  <a:spcAft>
                <a:spcPts val="6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Improve operational efficiency and customer experience</a:t>
            </a:r>
          </a:p>
          <a:p>
            <a:pPr marL="0" indent="0" fontAlgn="ctr">
              <a:spcBef>
                <a:spcPct val="0"/>
              </a:spcBef>
              <a:spcAft>
                <a:spcPts val="600"/>
              </a:spcAft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  <a:spcAft>
                <a:spcPts val="6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Committed to providing a safe and secure environment for our passengers </a:t>
            </a:r>
          </a:p>
          <a:p>
            <a:pPr marL="0" indent="0" fontAlgn="ctr">
              <a:spcBef>
                <a:spcPct val="0"/>
              </a:spcBef>
              <a:spcAft>
                <a:spcPts val="600"/>
              </a:spcAft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  <a:spcAft>
                <a:spcPts val="6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Offer a wide range of domestic and international routes, connecting major cities and popular travel destinations</a:t>
            </a:r>
          </a:p>
          <a:p>
            <a:pPr marL="0" indent="0" fontAlgn="ctr">
              <a:spcBef>
                <a:spcPct val="0"/>
              </a:spcBef>
              <a:spcAft>
                <a:spcPts val="600"/>
              </a:spcAft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  <a:spcAft>
                <a:spcPts val="6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Support management with actionable insights</a:t>
            </a:r>
          </a:p>
          <a:p>
            <a:pPr marL="0" indent="0" fontAlgn="ctr">
              <a:spcBef>
                <a:spcPct val="0"/>
              </a:spcBef>
              <a:spcAft>
                <a:spcPts val="600"/>
              </a:spcAft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42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76" y="260648"/>
            <a:ext cx="11168136" cy="576064"/>
          </a:xfrm>
        </p:spPr>
        <p:txBody>
          <a:bodyPr>
            <a:noAutofit/>
          </a:bodyPr>
          <a:lstStyle/>
          <a:p>
            <a:pPr algn="l"/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cs typeface="Calibri" panose="020F0502020204030204" charset="0"/>
              </a:rPr>
              <a:t>List of KPI’s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libri" panose="020F0502020204030204"/>
              <a:cs typeface="Calibri" panose="020F0502020204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7" y="1124743"/>
            <a:ext cx="8352927" cy="5256585"/>
          </a:xfrm>
          <a:solidFill>
            <a:srgbClr val="FFE79B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1) Load Factor Analysis(Yearly, Quarterly&amp; Monthly)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Evaluates seat utilization trends over different time periods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Higher load factor reflects stronger passenger demand and better capacity utilization</a:t>
            </a: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2) Load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Factor by Carrier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Assesses passenger distribution across airlines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Highlights the top 5 carriers with the highest passenger volume</a:t>
            </a: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3) Top 10 Airlines by Passenger Preference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Ranks airlines based on total passengers carried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Southwest Airlines Co. leads with the highest passenger count(8018),indicating strong customer preference</a:t>
            </a:r>
          </a:p>
          <a:p>
            <a:pPr marL="0" indent="0">
              <a:buNone/>
            </a:pP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283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4195B3-2A09-50E9-ECCB-A2D930D2D2D0}"/>
              </a:ext>
            </a:extLst>
          </p:cNvPr>
          <p:cNvSpPr txBox="1">
            <a:spLocks/>
          </p:cNvSpPr>
          <p:nvPr/>
        </p:nvSpPr>
        <p:spPr>
          <a:xfrm>
            <a:off x="623392" y="620688"/>
            <a:ext cx="8712968" cy="5256584"/>
          </a:xfrm>
          <a:prstGeom prst="rect">
            <a:avLst/>
          </a:prstGeom>
          <a:solidFill>
            <a:srgbClr val="FFE79B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 3" charset="2"/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4) Most Active Routes by Number of Flights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Identifies high-traffic routes based on flight frequency</a:t>
            </a: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Wingdings 3" charset="2"/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5) Weekdays vs Weekend Load Factor Utilization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Compares passenger occupancy patterns across weekdays and weekends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Load factor is significantly higher on weekdays(71%)compared to weekends(29%),indicating strong business-driven travel</a:t>
            </a:r>
          </a:p>
          <a:p>
            <a:pPr marL="0" indent="0">
              <a:buNone/>
            </a:pP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fontAlgn="ctr">
              <a:spcBef>
                <a:spcPct val="0"/>
              </a:spcBef>
              <a:spcAft>
                <a:spcPct val="0"/>
              </a:spcAft>
              <a:buFont typeface="Wingdings 3" charset="2"/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6) Flights Distribution by Distance Group  </a:t>
            </a:r>
          </a:p>
          <a:p>
            <a:pPr marL="0" indent="0" fontAlgn="ctr">
              <a:spcBef>
                <a:spcPct val="0"/>
              </a:spcBef>
              <a:spcAft>
                <a:spcPct val="0"/>
              </a:spcAft>
              <a:buFont typeface="Wingdings 3" charset="2"/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   </a:t>
            </a:r>
          </a:p>
          <a:p>
            <a:pPr fontAlgn="ctr">
              <a:spcBef>
                <a:spcPct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Analyzes flights volume based on travel distance</a:t>
            </a:r>
          </a:p>
          <a:p>
            <a:pPr marL="0" indent="0" fontAlgn="ctr">
              <a:spcBef>
                <a:spcPct val="0"/>
              </a:spcBef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Short routes dominate, while flight frequency decreases as distance increases</a:t>
            </a:r>
          </a:p>
        </p:txBody>
      </p:sp>
    </p:spTree>
    <p:extLst>
      <p:ext uri="{BB962C8B-B14F-4D97-AF65-F5344CB8AC3E}">
        <p14:creationId xmlns:p14="http://schemas.microsoft.com/office/powerpoint/2010/main" val="3451111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CDDB3-63F8-A917-D740-827169D86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624" y="188640"/>
            <a:ext cx="4752528" cy="72008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cs typeface="Calibri" panose="020F0502020204030204" charset="0"/>
              </a:rPr>
              <a:t>Tableau Dashboard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B93A3BD8-3B81-65F4-4517-E041687A7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052736"/>
            <a:ext cx="8942784" cy="446449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B2F9C4-435A-DDAE-B7EE-00ED13231C70}"/>
              </a:ext>
            </a:extLst>
          </p:cNvPr>
          <p:cNvSpPr txBox="1"/>
          <p:nvPr/>
        </p:nvSpPr>
        <p:spPr>
          <a:xfrm>
            <a:off x="2063552" y="5799825"/>
            <a:ext cx="633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Used for advanced visual storytelling and route analysis</a:t>
            </a:r>
          </a:p>
        </p:txBody>
      </p:sp>
    </p:spTree>
    <p:extLst>
      <p:ext uri="{BB962C8B-B14F-4D97-AF65-F5344CB8AC3E}">
        <p14:creationId xmlns:p14="http://schemas.microsoft.com/office/powerpoint/2010/main" val="2683935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5EBF-FE05-D34C-D057-065032AA4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32656"/>
            <a:ext cx="8596668" cy="86409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cs typeface="Calibri" panose="020F0502020204030204" charset="0"/>
              </a:rPr>
              <a:t>Power BI Dashboard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  <a:cs typeface="Calibri" panose="020F0502020204030204" charset="0"/>
              </a:rPr>
              <a:t> 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CED0E82E-305C-5A6B-76D8-8F8956313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00" y="1268760"/>
            <a:ext cx="8596668" cy="4464496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25E87A-2A3A-CAAF-D6B1-1C2BA5EE1536}"/>
              </a:ext>
            </a:extLst>
          </p:cNvPr>
          <p:cNvSpPr txBox="1"/>
          <p:nvPr/>
        </p:nvSpPr>
        <p:spPr>
          <a:xfrm>
            <a:off x="1559496" y="5949280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Used for interactive visuals, KPI comparison, and trend analysis</a:t>
            </a:r>
          </a:p>
        </p:txBody>
      </p:sp>
    </p:spTree>
    <p:extLst>
      <p:ext uri="{BB962C8B-B14F-4D97-AF65-F5344CB8AC3E}">
        <p14:creationId xmlns:p14="http://schemas.microsoft.com/office/powerpoint/2010/main" val="2585103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58BE-CFFB-8AB2-01C0-A9033669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404664"/>
            <a:ext cx="8640960" cy="720080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1EC7AB-F0E9-6AC5-CC8E-F5873C3742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79" y="1268760"/>
            <a:ext cx="9246218" cy="417646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9941F2-FBE8-A2F9-2DD0-1FBEB4C99BBA}"/>
              </a:ext>
            </a:extLst>
          </p:cNvPr>
          <p:cNvSpPr txBox="1"/>
          <p:nvPr/>
        </p:nvSpPr>
        <p:spPr>
          <a:xfrm>
            <a:off x="1991544" y="5877272"/>
            <a:ext cx="640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Used for quick summaries, pivot tables,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1320855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6E1D-3876-9011-022E-79A670519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04664"/>
            <a:ext cx="8596668" cy="1008112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SQL Work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7DADF9-73C8-4E07-3262-7B25929EA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1700808"/>
            <a:ext cx="4752528" cy="3881437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8F73AA-1894-839B-A9AA-EBBB93C4F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277" y="1700808"/>
            <a:ext cx="4842843" cy="388143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F25C178-272D-06FD-A655-BA7EEE7EC4CA}"/>
              </a:ext>
            </a:extLst>
          </p:cNvPr>
          <p:cNvSpPr/>
          <p:nvPr/>
        </p:nvSpPr>
        <p:spPr>
          <a:xfrm>
            <a:off x="116721" y="1553294"/>
            <a:ext cx="10009112" cy="4176464"/>
          </a:xfrm>
          <a:prstGeom prst="rect">
            <a:avLst/>
          </a:prstGeom>
          <a:noFill/>
          <a:ln w="952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E9E013-D523-385E-7E0E-E9F198E723A8}"/>
              </a:ext>
            </a:extLst>
          </p:cNvPr>
          <p:cNvCxnSpPr>
            <a:stCxn id="16" idx="0"/>
            <a:endCxn id="16" idx="2"/>
          </p:cNvCxnSpPr>
          <p:nvPr/>
        </p:nvCxnSpPr>
        <p:spPr>
          <a:xfrm>
            <a:off x="5121277" y="1553294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36C146F-4CBF-CCB4-CF2B-9DABDF1ACA37}"/>
              </a:ext>
            </a:extLst>
          </p:cNvPr>
          <p:cNvSpPr txBox="1"/>
          <p:nvPr/>
        </p:nvSpPr>
        <p:spPr>
          <a:xfrm>
            <a:off x="1906902" y="6021288"/>
            <a:ext cx="820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Used for data extraction, transformation, and KPI calculation</a:t>
            </a:r>
          </a:p>
        </p:txBody>
      </p:sp>
    </p:spTree>
    <p:extLst>
      <p:ext uri="{BB962C8B-B14F-4D97-AF65-F5344CB8AC3E}">
        <p14:creationId xmlns:p14="http://schemas.microsoft.com/office/powerpoint/2010/main" val="1744151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87ADDF3-96F2-4CFC-A961-14113FC24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2195AFC-C4B1-4F21-9849-0E1B66F2B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1AB1A5-6C23-425A-ACBF-0D08C378E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3259683F-7E6E-4F2B-B111-63DBFBD4F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54145D7C-848F-41FC-AF6F-961397D30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49AA40C3-8FF8-4143-9FD4-40F05CB5C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7">
              <a:extLst>
                <a:ext uri="{FF2B5EF4-FFF2-40B4-BE49-F238E27FC236}">
                  <a16:creationId xmlns:a16="http://schemas.microsoft.com/office/drawing/2014/main" id="{F1EF6D83-6402-4744-921F-6A5D16D93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E2BF1FF8-D859-496E-960A-4B09EDCC23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4037913A-DA6D-4F85-9684-18087E270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88B65EBE-E36D-4765-90B8-BB2A83148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48D8D2E7-9C8B-4675-A753-93F92FE53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EFAF8C3-3004-436A-A904-942E378C5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0CEA92-8E69-73F9-A269-DBB65CC62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79" y="321734"/>
            <a:ext cx="4862209" cy="290517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AD176B-C518-13A8-C42C-DD3318CAC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972" y="328653"/>
            <a:ext cx="5426764" cy="28361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DF8291-1DFB-564E-D567-B8ADC2A84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60" y="3713774"/>
            <a:ext cx="4852028" cy="290517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4422C9-B09B-6E4E-5693-E6BA4E9516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972" y="3713774"/>
            <a:ext cx="5455295" cy="290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11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664F850-BA8B-47AE-B11A-225CAB896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34FC909-7343-4DEC-920F-098F56B4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F22DB2-7E27-4CF7-8B17-254ECB9AE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C6E593B3-91A3-4687-8B8D-FE37A3714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0C25B431-5C97-4B8D-B0A3-BFB8133C7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CA37B366-497E-4CB8-A678-A770CE2BD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CF707EDC-52B2-4D5C-8EC3-71C66EE8B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BF8E2DE7-7466-4EDF-8D69-BCA91A88D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229C2E15-76CD-409E-9D6B-10DAD8881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89A24369-AC96-4A98-AD98-47A7217EC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7D0DF9A3-4628-42F6-B0A4-44D97617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7459C506-5F4B-4B75-9218-C7C3F87FA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659EEB-C3AE-4544-8263-417009DCD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99DB6C6-36F9-4576-A558-95153EADB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694E7916-EDE4-4B50-A4A1-6B28FDD4D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6F6CB7BB-4370-4173-97F8-F636C0F14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B0F590BB-1F51-4138-A2D4-2E483C84F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4A492863-9797-45A2-BAB3-514F10C5F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Rectangle 28">
              <a:extLst>
                <a:ext uri="{FF2B5EF4-FFF2-40B4-BE49-F238E27FC236}">
                  <a16:creationId xmlns:a16="http://schemas.microsoft.com/office/drawing/2014/main" id="{7C1E33F6-6D0F-4ECF-92F4-6F71D8BAF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73EEEA64-7411-474B-BD0E-60C24B3F4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4F82A6DD-92BB-4443-B5A5-05240DD55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79832BCB-1DCF-46AC-9FFA-170791668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E74DA95-CD7A-4D5E-9D27-67A759CE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F9636C-9274-C28A-7F89-C6522B360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261" y="1462794"/>
            <a:ext cx="4830967" cy="3940878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4AA3B5C-0C55-4FFF-9C45-8F9F7C07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1305" y="1650669"/>
            <a:ext cx="0" cy="3431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8BEE2AB-9AD8-2F5B-00B0-CFBF887C8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508" y="1462794"/>
            <a:ext cx="5080863" cy="394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4664"/>
            <a:ext cx="10972800" cy="770087"/>
          </a:xfrm>
        </p:spPr>
        <p:txBody>
          <a:bodyPr/>
          <a:lstStyle/>
          <a:p>
            <a:pPr marL="0" indent="0" algn="l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Insights</a:t>
            </a:r>
            <a:endParaRPr lang="en-US" b="1" i="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84784"/>
            <a:ext cx="8078688" cy="3744416"/>
          </a:xfrm>
          <a:solidFill>
            <a:srgbClr val="FFE79B"/>
          </a:solidFill>
        </p:spPr>
        <p:txBody>
          <a:bodyPr/>
          <a:lstStyle/>
          <a:p>
            <a:pPr fontAlgn="ctr">
              <a:spcBef>
                <a:spcPct val="0"/>
              </a:spcBef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High-demand routes show consistent passenger flow</a:t>
            </a:r>
          </a:p>
          <a:p>
            <a:pPr marL="0" indent="0" fontAlgn="ctr">
              <a:spcBef>
                <a:spcPct val="0"/>
              </a:spcBef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Weekday demand is significantly higher</a:t>
            </a:r>
          </a:p>
          <a:p>
            <a:pPr marL="0" indent="0" fontAlgn="ctr">
              <a:spcBef>
                <a:spcPct val="0"/>
              </a:spcBef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Short-distance routes contribute to volume</a:t>
            </a:r>
          </a:p>
          <a:p>
            <a:pPr marL="0" indent="0" fontAlgn="ctr">
              <a:spcBef>
                <a:spcPct val="0"/>
              </a:spcBef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Passengers demand is concentrated among top-performing carriers</a:t>
            </a:r>
          </a:p>
          <a:p>
            <a:pPr marL="0" indent="0" fontAlgn="ctr">
              <a:spcBef>
                <a:spcPct val="0"/>
              </a:spcBef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445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39BC2D-C12D-B50A-E28B-E077195E1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908720"/>
            <a:ext cx="8064896" cy="4104456"/>
          </a:xfrm>
          <a:solidFill>
            <a:srgbClr val="FFE79B"/>
          </a:solidFill>
        </p:spPr>
        <p:txBody>
          <a:bodyPr/>
          <a:lstStyle/>
          <a:p>
            <a:pPr marL="0" indent="0" fontAlgn="ctr">
              <a:spcBef>
                <a:spcPct val="0"/>
              </a:spcBef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Balancing high-demand tourist destinations with emerging markets helps reduce dependency on seasonal revenue</a:t>
            </a:r>
          </a:p>
          <a:p>
            <a:pPr marL="0" indent="0" fontAlgn="ctr">
              <a:spcBef>
                <a:spcPct val="0"/>
              </a:spcBef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Strategic partnerships with sustainable and eco-conscious service providers can improve brand value and customer satisfaction</a:t>
            </a:r>
          </a:p>
          <a:p>
            <a:pPr fontAlgn="ctr">
              <a:spcBef>
                <a:spcPct val="0"/>
              </a:spcBef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Expanding into underserved and high-potential international markets presents significant growth opportunities</a:t>
            </a:r>
          </a:p>
        </p:txBody>
      </p:sp>
    </p:spTree>
    <p:extLst>
      <p:ext uri="{BB962C8B-B14F-4D97-AF65-F5344CB8AC3E}">
        <p14:creationId xmlns:p14="http://schemas.microsoft.com/office/powerpoint/2010/main" val="712919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332656"/>
            <a:ext cx="10972800" cy="770087"/>
          </a:xfrm>
        </p:spPr>
        <p:txBody>
          <a:bodyPr/>
          <a:lstStyle/>
          <a:p>
            <a:pPr marL="0" indent="0" algn="l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Recommendations</a:t>
            </a:r>
            <a:endParaRPr lang="en-US" b="1" i="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400" y="1340768"/>
            <a:ext cx="8640960" cy="3240360"/>
          </a:xfrm>
          <a:solidFill>
            <a:srgbClr val="FFE79B"/>
          </a:solidFill>
        </p:spPr>
        <p:txBody>
          <a:bodyPr/>
          <a:lstStyle/>
          <a:p>
            <a:pPr marL="0" indent="0" fontAlgn="ctr">
              <a:spcBef>
                <a:spcPct val="0"/>
              </a:spcBef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Optimizing routes with consistently high load factors can improve profitability and reduce operational inefficiencies</a:t>
            </a:r>
          </a:p>
          <a:p>
            <a:pPr marL="0" indent="0" fontAlgn="ctr">
              <a:spcBef>
                <a:spcPct val="0"/>
              </a:spcBef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Data-driven route planning enables airlines to identify low-performing sectors and realign capacity effectively</a:t>
            </a:r>
          </a:p>
          <a:p>
            <a:pPr marL="0" indent="0" fontAlgn="ctr">
              <a:spcBef>
                <a:spcPct val="0"/>
              </a:spcBef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Customer preference trends highlight the importance of punctuality , pricing and service quality in driving repeat travel</a:t>
            </a:r>
          </a:p>
          <a:p>
            <a:pPr marL="0" indent="0" fontAlgn="ctr">
              <a:spcBef>
                <a:spcPct val="0"/>
              </a:spcBef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59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2BEEF8-BF50-7722-2D41-7D7C82BC6B4F}"/>
              </a:ext>
            </a:extLst>
          </p:cNvPr>
          <p:cNvSpPr txBox="1">
            <a:spLocks/>
          </p:cNvSpPr>
          <p:nvPr/>
        </p:nvSpPr>
        <p:spPr>
          <a:xfrm>
            <a:off x="767408" y="1052736"/>
            <a:ext cx="8496944" cy="3312368"/>
          </a:xfrm>
          <a:prstGeom prst="rect">
            <a:avLst/>
          </a:prstGeom>
          <a:solidFill>
            <a:srgbClr val="FFE79B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ctr">
              <a:spcBef>
                <a:spcPct val="0"/>
              </a:spcBef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Leveraging passenger demand patterns supports smarter fleet utilization and </a:t>
            </a:r>
          </a:p>
          <a:p>
            <a:pPr marL="0" indent="0" fontAlgn="ctr">
              <a:spcBef>
                <a:spcPct val="0"/>
              </a:spcBef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     fuel cost optimization</a:t>
            </a:r>
          </a:p>
          <a:p>
            <a:pPr marL="0" indent="0" fontAlgn="ctr">
              <a:spcBef>
                <a:spcPct val="0"/>
              </a:spcBef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Sustainability initiatives can also contribute to long-term cost savings and</a:t>
            </a:r>
          </a:p>
          <a:p>
            <a:pPr marL="0" indent="0" fontAlgn="ctr">
              <a:spcBef>
                <a:spcPct val="0"/>
              </a:spcBef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     regulatory compliance</a:t>
            </a:r>
          </a:p>
          <a:p>
            <a:pPr marL="0" indent="0" fontAlgn="ctr">
              <a:spcBef>
                <a:spcPct val="0"/>
              </a:spcBef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Introduce promotional offers for low-load periods</a:t>
            </a:r>
          </a:p>
          <a:p>
            <a:pPr marL="0" indent="0" fontAlgn="ctr">
              <a:spcBef>
                <a:spcPct val="0"/>
              </a:spcBef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214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E79B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4FAFC-10A7-6D61-D3D0-2A3D1391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3176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chemeClr val="accent2">
                    <a:lumMod val="75000"/>
                  </a:schemeClr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br>
              <a:rPr lang="en-US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7C458C-CACA-6F0B-9E6D-45D1529A6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4784"/>
            <a:ext cx="8154970" cy="2952328"/>
          </a:xfrm>
          <a:solidFill>
            <a:srgbClr val="FFE79B"/>
          </a:solidFill>
        </p:spPr>
        <p:txBody>
          <a:bodyPr>
            <a:normAutofit/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High Cloud Airlines plans to grow its route network while keeping safety and reliability at the core of its operations.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This helps balance cost, capacity and customer needs.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By harnessing the power of data, we can drive positive changes and supports long-term strategic planning in the aviation sector.</a:t>
            </a:r>
          </a:p>
        </p:txBody>
      </p:sp>
    </p:spTree>
    <p:extLst>
      <p:ext uri="{BB962C8B-B14F-4D97-AF65-F5344CB8AC3E}">
        <p14:creationId xmlns:p14="http://schemas.microsoft.com/office/powerpoint/2010/main" val="806371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1744" y="2276872"/>
            <a:ext cx="3579971" cy="1008112"/>
          </a:xfrm>
          <a:solidFill>
            <a:srgbClr val="FFE79B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 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Thank You</a:t>
            </a:r>
            <a:endParaRPr lang="en-US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7.0.17"/>
  <p:tag name="AS_OS" val="Microsoft Windows NT 10.0.17763.0"/>
  <p:tag name="AS_RELEASE_DATE" val="2024.01.14"/>
  <p:tag name="AS_TITLE" val="Aspose.Slides for .NET6"/>
  <p:tag name="AS_VERSION" val="24.1"/>
</p:tagLst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/>
        <a:ea typeface="Bookman Old Style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Rockwel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2112</TotalTime>
  <Words>544</Words>
  <Application>Microsoft Office PowerPoint</Application>
  <PresentationFormat>Widescreen</PresentationFormat>
  <Paragraphs>106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Bookman Old Style</vt:lpstr>
      <vt:lpstr>Calibri</vt:lpstr>
      <vt:lpstr>Rockwell</vt:lpstr>
      <vt:lpstr>Trebuchet MS</vt:lpstr>
      <vt:lpstr>Wingdings 3</vt:lpstr>
      <vt:lpstr>Office Theme</vt:lpstr>
      <vt:lpstr>Orange Waves</vt:lpstr>
      <vt:lpstr>Damask</vt:lpstr>
      <vt:lpstr>Facet</vt:lpstr>
      <vt:lpstr>High Cloud Airlines</vt:lpstr>
      <vt:lpstr>Contents:</vt:lpstr>
      <vt:lpstr>Overview</vt:lpstr>
      <vt:lpstr>PowerPoint Presentation</vt:lpstr>
      <vt:lpstr>List of KPI’s</vt:lpstr>
      <vt:lpstr>PowerPoint Presentation</vt:lpstr>
      <vt:lpstr>Tableau Dashboard </vt:lpstr>
      <vt:lpstr>Power BI Dashboard </vt:lpstr>
      <vt:lpstr> Excel Dashboard</vt:lpstr>
      <vt:lpstr>   SQL Work</vt:lpstr>
      <vt:lpstr>PowerPoint Presentation</vt:lpstr>
      <vt:lpstr>PowerPoint Presentation</vt:lpstr>
      <vt:lpstr>Insights</vt:lpstr>
      <vt:lpstr>PowerPoint Presentation</vt:lpstr>
      <vt:lpstr>Recommendations</vt:lpstr>
      <vt:lpstr>PowerPoint Presentation</vt:lpstr>
      <vt:lpstr>Conclusion 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RITIN</dc:creator>
  <cp:lastModifiedBy>priyanka deepak</cp:lastModifiedBy>
  <cp:revision>321</cp:revision>
  <cp:lastPrinted>2024-04-08T06:02:00Z</cp:lastPrinted>
  <dcterms:created xsi:type="dcterms:W3CDTF">2024-04-08T06:02:00Z</dcterms:created>
  <dcterms:modified xsi:type="dcterms:W3CDTF">2025-12-31T06:56:01Z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8F738216C0C94884858DC837D67F14DB_13</vt:lpwstr>
  </property>
  <property fmtid="{D5CDD505-2E9C-101B-9397-08002B2CF9AE}" pid="3" name="KSOProductBuildVer">
    <vt:lpwstr>1033-12.2.0.16731</vt:lpwstr>
  </property>
</Properties>
</file>